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68" r:id="rId5"/>
    <p:sldId id="277" r:id="rId6"/>
    <p:sldId id="271" r:id="rId7"/>
    <p:sldId id="278" r:id="rId8"/>
    <p:sldId id="279" r:id="rId9"/>
    <p:sldId id="280" r:id="rId10"/>
    <p:sldId id="281" r:id="rId11"/>
    <p:sldId id="25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3E57"/>
    <a:srgbClr val="184259"/>
    <a:srgbClr val="9C4E4E"/>
    <a:srgbClr val="700000"/>
    <a:srgbClr val="5E2001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52" autoAdjust="0"/>
  </p:normalViewPr>
  <p:slideViewPr>
    <p:cSldViewPr snapToGrid="0">
      <p:cViewPr varScale="1">
        <p:scale>
          <a:sx n="86" d="100"/>
          <a:sy n="86" d="100"/>
        </p:scale>
        <p:origin x="5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BF7510-B9ED-40E0-8274-4F64AD62B8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E24B0-B97F-4932-93CD-4307D6181D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AA17F-CB06-445B-ACD3-321E84E51A80}" type="datetimeFigureOut">
              <a:rPr lang="en-US" smtClean="0"/>
              <a:t>5/24/2020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3A0DF-A8A7-4EF4-96E5-757FFFC2A9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BEC987-E8F6-4FD2-BFB2-04815BD1D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78EF9-7F2B-4B20-A25C-9E80C16977B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114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6141C0-BF72-4A20-AFA7-D05563D549B7}" type="datetimeFigureOut">
              <a:rPr lang="en-US" smtClean="0"/>
              <a:t>5/24/2020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AF9CF-D1E5-49FD-94F7-B246BB67E2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28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3921600"/>
          </a:xfrm>
        </p:spPr>
        <p:txBody>
          <a:bodyPr anchor="t" anchorCtr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8F7C25-BFB6-430F-87B6-7D0D2C74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2343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26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" y="1786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6500" y="2716272"/>
            <a:ext cx="8683625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6500" y="5137736"/>
            <a:ext cx="8683625" cy="73284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2937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1874308"/>
            <a:ext cx="3814235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0" y="0"/>
            <a:ext cx="7543800" cy="6856214"/>
          </a:xfrm>
        </p:spPr>
        <p:txBody>
          <a:bodyPr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2450" y="3134308"/>
            <a:ext cx="3814235" cy="20166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633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scription and Con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81824"/>
            <a:ext cx="10840914" cy="1032826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47DAE59-9D63-4159-8F3E-560C31F19A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16192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249143D-80A5-4E4C-BBFD-F253500CE22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85799" y="2914650"/>
            <a:ext cx="10840914" cy="502126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6123F0-984B-4EF8-9945-3621C401B7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465366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A669C074-A9BE-4B07-ACEE-3B34AAC8B9E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48424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4A40D78-D6DD-41A7-A132-9D48DF8649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82308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A9CFAA7-850F-4C92-A9BE-56452E5CA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99250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C5A0CF1-9FE7-4149-97DC-522163914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4248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63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7326" y="995967"/>
            <a:ext cx="6238874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8014200" y="995968"/>
            <a:ext cx="3492000" cy="4866064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5849" y="2255967"/>
            <a:ext cx="6610351" cy="3476618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38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7974" y="995968"/>
            <a:ext cx="4848225" cy="1260000"/>
          </a:xfrm>
        </p:spPr>
        <p:txBody>
          <a:bodyPr anchor="ctr" anchorCtr="0">
            <a:normAutofit/>
          </a:bodyPr>
          <a:lstStyle>
            <a:lvl1pPr algn="l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727574" y="914400"/>
            <a:ext cx="5749425" cy="4818185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7974" y="2255968"/>
            <a:ext cx="4848225" cy="347661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2959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 bwMode="white">
          <a:xfrm>
            <a:off x="10571243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 bwMode="white">
          <a:xfrm>
            <a:off x="100262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20801" y="609601"/>
            <a:ext cx="9550399" cy="2743199"/>
          </a:xfrm>
        </p:spPr>
        <p:txBody>
          <a:bodyPr anchor="ctr">
            <a:normAutofit/>
          </a:bodyPr>
          <a:lstStyle>
            <a:lvl1pPr algn="ctr">
              <a:defRPr sz="3000" b="0" i="1" cap="none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26408" y="3352800"/>
            <a:ext cx="9339184" cy="3810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D7857E-8E0E-4AC1-ABDC-E42462C788DE}"/>
              </a:ext>
            </a:extLst>
          </p:cNvPr>
          <p:cNvSpPr/>
          <p:nvPr userDrawn="1"/>
        </p:nvSpPr>
        <p:spPr>
          <a:xfrm>
            <a:off x="1750844" y="3962401"/>
            <a:ext cx="8690313" cy="1908173"/>
          </a:xfrm>
          <a:prstGeom prst="roundRect">
            <a:avLst>
              <a:gd name="adj" fmla="val 6552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7375" y="4021138"/>
            <a:ext cx="8486775" cy="176053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5340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599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69599"/>
            <a:ext cx="5202071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870201"/>
            <a:ext cx="5202071" cy="2916000"/>
          </a:xfrm>
          <a:prstGeom prst="roundRect">
            <a:avLst>
              <a:gd name="adj" fmla="val 2496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8270" y="1869599"/>
            <a:ext cx="5228444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8270" y="2870201"/>
            <a:ext cx="5202071" cy="2916000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31B0A9-3E16-4C5B-A6CE-045BCB91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3976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61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44449DE-635B-4B23-9B8B-C95A5B8764DB}"/>
              </a:ext>
            </a:extLst>
          </p:cNvPr>
          <p:cNvSpPr/>
          <p:nvPr userDrawn="1"/>
        </p:nvSpPr>
        <p:spPr>
          <a:xfrm>
            <a:off x="663356" y="1790228"/>
            <a:ext cx="10863358" cy="4080348"/>
          </a:xfrm>
          <a:prstGeom prst="roundRect">
            <a:avLst>
              <a:gd name="adj" fmla="val 2634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1869600"/>
            <a:ext cx="5040000" cy="3921601"/>
          </a:xfrm>
          <a:prstGeom prst="roundRect">
            <a:avLst>
              <a:gd name="adj" fmla="val 1970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8644" y="1869601"/>
            <a:ext cx="5040000" cy="3921600"/>
          </a:xfrm>
          <a:prstGeom prst="roundRect">
            <a:avLst>
              <a:gd name="adj" fmla="val 2211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539E0A-8009-4A6E-A7A1-5AEFA5220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9691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1" y="609601"/>
            <a:ext cx="10840913" cy="3124199"/>
          </a:xfrm>
        </p:spPr>
        <p:txBody>
          <a:bodyPr anchor="ctr">
            <a:normAutofit/>
          </a:bodyPr>
          <a:lstStyle>
            <a:lvl1pPr algn="l">
              <a:defRPr sz="3000" b="0" cap="none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733800"/>
            <a:ext cx="10840914" cy="20574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326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0649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370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85801" y="609600"/>
            <a:ext cx="10840914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685801" y="2142067"/>
            <a:ext cx="10840914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4B7D2A-0DF8-424B-9572-B79AEBB2D9DC}" type="datetimeFigureOut">
              <a:rPr lang="en-US" noProof="0" smtClean="0"/>
              <a:t>5/24/2020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59" y="5870575"/>
            <a:ext cx="1260655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9069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8" r:id="rId3"/>
    <p:sldLayoutId id="2147483679" r:id="rId4"/>
    <p:sldLayoutId id="2147483669" r:id="rId5"/>
    <p:sldLayoutId id="2147483680" r:id="rId6"/>
    <p:sldLayoutId id="2147483672" r:id="rId7"/>
    <p:sldLayoutId id="2147483665" r:id="rId8"/>
    <p:sldLayoutId id="2147483664" r:id="rId9"/>
    <p:sldLayoutId id="2147483671" r:id="rId10"/>
    <p:sldLayoutId id="2147483666" r:id="rId11"/>
    <p:sldLayoutId id="2147483667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@alqarnia@student.unimelb.edu.au" TargetMode="External"/><Relationship Id="rId3" Type="http://schemas.openxmlformats.org/officeDocument/2006/relationships/hyperlink" Target="mailto:mkarimov@student.unimelb.edu.au" TargetMode="External"/><Relationship Id="rId7" Type="http://schemas.openxmlformats.org/officeDocument/2006/relationships/hyperlink" Target="mailto:@rfathullah@student.unimelb.edu.au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6" Type="http://schemas.openxmlformats.org/officeDocument/2006/relationships/hyperlink" Target="mailto:sayanc@student.unimelb.edu.au" TargetMode="External"/><Relationship Id="rId11" Type="http://schemas.openxmlformats.org/officeDocument/2006/relationships/image" Target="../media/image9.png"/><Relationship Id="rId5" Type="http://schemas.openxmlformats.org/officeDocument/2006/relationships/hyperlink" Target="mailto:cdavaloscast@student.unimelb.edu.au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o.microsoft.com/fwlink/?linkid=2007348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5B398-1E7F-44AD-8356-8345134C9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7432" y="2173709"/>
            <a:ext cx="9852694" cy="2057652"/>
          </a:xfrm>
        </p:spPr>
        <p:txBody>
          <a:bodyPr>
            <a:normAutofit/>
          </a:bodyPr>
          <a:lstStyle/>
          <a:p>
            <a:r>
              <a:rPr lang="en-US" sz="3600" dirty="0"/>
              <a:t>COMP90024 Cluster and Cloud Computing </a:t>
            </a:r>
            <a:br>
              <a:rPr lang="en-US" sz="3600" dirty="0"/>
            </a:br>
            <a:r>
              <a:rPr lang="en-US" sz="3600" dirty="0"/>
              <a:t>Assignment 2 – Team 19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2A3D91-AB3F-4EDF-B87E-FDDF6C5DC4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4231361"/>
            <a:ext cx="8683625" cy="557211"/>
          </a:xfrm>
        </p:spPr>
        <p:txBody>
          <a:bodyPr>
            <a:noAutofit/>
          </a:bodyPr>
          <a:lstStyle/>
          <a:p>
            <a:r>
              <a:rPr lang="en-US" sz="2400" dirty="0"/>
              <a:t>Semester 1, 2020</a:t>
            </a:r>
          </a:p>
          <a:p>
            <a:endParaRPr lang="en-US" sz="2400" dirty="0"/>
          </a:p>
        </p:txBody>
      </p:sp>
      <p:pic>
        <p:nvPicPr>
          <p:cNvPr id="7" name="Picture 6" descr="Logos">
            <a:extLst>
              <a:ext uri="{FF2B5EF4-FFF2-40B4-BE49-F238E27FC236}">
                <a16:creationId xmlns:a16="http://schemas.microsoft.com/office/drawing/2014/main" id="{3B97F0F3-68CF-467F-86FC-B65D9E86036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076" y="968115"/>
            <a:ext cx="1800860" cy="18008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2749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4B901B99-4083-414D-AAFF-75029E51D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96" y="1732546"/>
            <a:ext cx="1163053" cy="1163053"/>
          </a:xfrm>
          <a:prstGeom prst="rect">
            <a:avLst/>
          </a:prstGeom>
        </p:spPr>
      </p:pic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1DE8AD2-41EC-46AB-BC20-FC381E29FB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073443" y="1732546"/>
            <a:ext cx="3677651" cy="116305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Mukhammad</a:t>
            </a:r>
            <a:r>
              <a:rPr lang="en-US" dirty="0"/>
              <a:t> </a:t>
            </a:r>
            <a:r>
              <a:rPr lang="en-US" dirty="0" err="1"/>
              <a:t>Karimov</a:t>
            </a:r>
            <a:endParaRPr lang="en-US" dirty="0"/>
          </a:p>
          <a:p>
            <a:pPr marL="0" indent="0">
              <a:buNone/>
            </a:pPr>
            <a:r>
              <a:rPr lang="en-US" sz="1400" dirty="0"/>
              <a:t>Student Id: 1019332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3"/>
              </a:rPr>
              <a:t>mkarimov@student.unimelb.edu.au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City: Melbourne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D5932A3-73C4-40ED-99C4-5F2C829B9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747" y="457745"/>
            <a:ext cx="672067" cy="672067"/>
          </a:xfrm>
          <a:prstGeom prst="rect">
            <a:avLst/>
          </a:prstGeom>
        </p:spPr>
      </p:pic>
      <p:sp>
        <p:nvSpPr>
          <p:cNvPr id="28" name="Content Placeholder 21">
            <a:extLst>
              <a:ext uri="{FF2B5EF4-FFF2-40B4-BE49-F238E27FC236}">
                <a16:creationId xmlns:a16="http://schemas.microsoft.com/office/drawing/2014/main" id="{E8EB1A4B-F04A-419C-A0E9-AEC39C68CE18}"/>
              </a:ext>
            </a:extLst>
          </p:cNvPr>
          <p:cNvSpPr txBox="1">
            <a:spLocks/>
          </p:cNvSpPr>
          <p:nvPr/>
        </p:nvSpPr>
        <p:spPr bwMode="white">
          <a:xfrm>
            <a:off x="2073443" y="3429000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Carlos Davalos </a:t>
            </a:r>
            <a:r>
              <a:rPr lang="en-US" dirty="0" err="1"/>
              <a:t>Castrillon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400" dirty="0"/>
              <a:t>Student Id: 1020724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5"/>
              </a:rPr>
              <a:t>cdavaloscast@student.unimelb.edu.au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0" name="Content Placeholder 21">
            <a:extLst>
              <a:ext uri="{FF2B5EF4-FFF2-40B4-BE49-F238E27FC236}">
                <a16:creationId xmlns:a16="http://schemas.microsoft.com/office/drawing/2014/main" id="{3DE00C7C-292E-4CC2-8F27-A098C13F2819}"/>
              </a:ext>
            </a:extLst>
          </p:cNvPr>
          <p:cNvSpPr txBox="1">
            <a:spLocks/>
          </p:cNvSpPr>
          <p:nvPr/>
        </p:nvSpPr>
        <p:spPr bwMode="white">
          <a:xfrm>
            <a:off x="7567864" y="1732546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Sayan Chatterjee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Student Id: 569301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6"/>
              </a:rPr>
              <a:t>sayanc@student.unimelb.edu.au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2" name="Content Placeholder 21">
            <a:extLst>
              <a:ext uri="{FF2B5EF4-FFF2-40B4-BE49-F238E27FC236}">
                <a16:creationId xmlns:a16="http://schemas.microsoft.com/office/drawing/2014/main" id="{EA04C589-402E-4553-968F-1F0186EA1C67}"/>
              </a:ext>
            </a:extLst>
          </p:cNvPr>
          <p:cNvSpPr txBox="1">
            <a:spLocks/>
          </p:cNvSpPr>
          <p:nvPr/>
        </p:nvSpPr>
        <p:spPr bwMode="white">
          <a:xfrm>
            <a:off x="7567864" y="3405631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Rezatama</a:t>
            </a:r>
            <a:r>
              <a:rPr lang="en-US" dirty="0"/>
              <a:t> </a:t>
            </a:r>
            <a:r>
              <a:rPr lang="en-US" dirty="0" err="1"/>
              <a:t>Fathullah</a:t>
            </a:r>
            <a:endParaRPr lang="en-US" dirty="0"/>
          </a:p>
          <a:p>
            <a:pPr marL="0" indent="0">
              <a:buNone/>
            </a:pPr>
            <a:r>
              <a:rPr lang="en-US" sz="1400" dirty="0"/>
              <a:t>Student Id: 1052987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7"/>
              </a:rPr>
              <a:t>rfathullah@student.unimelb.edu.au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4" name="Content Placeholder 21">
            <a:extLst>
              <a:ext uri="{FF2B5EF4-FFF2-40B4-BE49-F238E27FC236}">
                <a16:creationId xmlns:a16="http://schemas.microsoft.com/office/drawing/2014/main" id="{14B8960B-8273-4D64-AEE6-0EC5ECC6A7F2}"/>
              </a:ext>
            </a:extLst>
          </p:cNvPr>
          <p:cNvSpPr txBox="1">
            <a:spLocks/>
          </p:cNvSpPr>
          <p:nvPr/>
        </p:nvSpPr>
        <p:spPr bwMode="white">
          <a:xfrm>
            <a:off x="4993106" y="4932948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Aali</a:t>
            </a:r>
            <a:r>
              <a:rPr lang="en-US" dirty="0"/>
              <a:t> </a:t>
            </a:r>
            <a:r>
              <a:rPr lang="en-US" dirty="0" err="1"/>
              <a:t>Alqarni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400" dirty="0"/>
              <a:t>Student Id: 1002741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8"/>
              </a:rPr>
              <a:t>alqarnia@student.unimelb.edu.au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EECDA86-C1FE-49AA-8E0E-BA165FC20B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095" y="3437019"/>
            <a:ext cx="1163053" cy="116305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A6507AF-6084-41A6-99F5-A827981414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2517" y="1732546"/>
            <a:ext cx="1163053" cy="116305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8C83D06-946B-4810-A2DF-C245DE78FE95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9076" r="17772"/>
          <a:stretch/>
        </p:blipFill>
        <p:spPr>
          <a:xfrm>
            <a:off x="6176210" y="3416611"/>
            <a:ext cx="1323842" cy="1163053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DC43C87E-86EF-4C8C-B061-6DC91C8656D7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9076" r="17772"/>
          <a:stretch/>
        </p:blipFill>
        <p:spPr>
          <a:xfrm>
            <a:off x="3609473" y="4932948"/>
            <a:ext cx="1323842" cy="1163053"/>
          </a:xfrm>
          <a:prstGeom prst="rect">
            <a:avLst/>
          </a:prstGeom>
        </p:spPr>
      </p:pic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C4910F05-37EC-4A3E-BBCA-842974600754}"/>
              </a:ext>
            </a:extLst>
          </p:cNvPr>
          <p:cNvSpPr/>
          <p:nvPr/>
        </p:nvSpPr>
        <p:spPr>
          <a:xfrm>
            <a:off x="4662229" y="1001336"/>
            <a:ext cx="1425668" cy="1218136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Ansible</a:t>
            </a:r>
          </a:p>
        </p:txBody>
      </p:sp>
      <p:sp>
        <p:nvSpPr>
          <p:cNvPr id="44" name="Star: 12 Points 43">
            <a:extLst>
              <a:ext uri="{FF2B5EF4-FFF2-40B4-BE49-F238E27FC236}">
                <a16:creationId xmlns:a16="http://schemas.microsoft.com/office/drawing/2014/main" id="{C1A59F45-9B86-436A-A30B-E8151BC535C6}"/>
              </a:ext>
            </a:extLst>
          </p:cNvPr>
          <p:cNvSpPr/>
          <p:nvPr/>
        </p:nvSpPr>
        <p:spPr>
          <a:xfrm>
            <a:off x="10062370" y="1116616"/>
            <a:ext cx="1548568" cy="1361769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Design &amp; Documentation</a:t>
            </a:r>
          </a:p>
        </p:txBody>
      </p:sp>
      <p:sp>
        <p:nvSpPr>
          <p:cNvPr id="45" name="Star: 12 Points 44">
            <a:extLst>
              <a:ext uri="{FF2B5EF4-FFF2-40B4-BE49-F238E27FC236}">
                <a16:creationId xmlns:a16="http://schemas.microsoft.com/office/drawing/2014/main" id="{D488737C-B5E0-4FD0-9C14-42BE90CFFA10}"/>
              </a:ext>
            </a:extLst>
          </p:cNvPr>
          <p:cNvSpPr/>
          <p:nvPr/>
        </p:nvSpPr>
        <p:spPr>
          <a:xfrm>
            <a:off x="10151575" y="2988417"/>
            <a:ext cx="1383958" cy="1237119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Web Site</a:t>
            </a:r>
          </a:p>
        </p:txBody>
      </p:sp>
      <p:sp>
        <p:nvSpPr>
          <p:cNvPr id="46" name="Star: 12 Points 45">
            <a:extLst>
              <a:ext uri="{FF2B5EF4-FFF2-40B4-BE49-F238E27FC236}">
                <a16:creationId xmlns:a16="http://schemas.microsoft.com/office/drawing/2014/main" id="{AFB9D004-D3A8-49E9-80FB-C42A4647C90E}"/>
              </a:ext>
            </a:extLst>
          </p:cNvPr>
          <p:cNvSpPr/>
          <p:nvPr/>
        </p:nvSpPr>
        <p:spPr>
          <a:xfrm>
            <a:off x="4432102" y="2867056"/>
            <a:ext cx="1706810" cy="1255840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Couch DB &amp; MapReduce</a:t>
            </a:r>
          </a:p>
        </p:txBody>
      </p:sp>
      <p:sp>
        <p:nvSpPr>
          <p:cNvPr id="47" name="Star: 12 Points 46">
            <a:extLst>
              <a:ext uri="{FF2B5EF4-FFF2-40B4-BE49-F238E27FC236}">
                <a16:creationId xmlns:a16="http://schemas.microsoft.com/office/drawing/2014/main" id="{EDDA0DC4-28B4-46DE-A02D-7C802DCC4398}"/>
              </a:ext>
            </a:extLst>
          </p:cNvPr>
          <p:cNvSpPr/>
          <p:nvPr/>
        </p:nvSpPr>
        <p:spPr>
          <a:xfrm>
            <a:off x="7709073" y="4568684"/>
            <a:ext cx="1567008" cy="1242836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Sentiment Analysis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36CA91C9-C59B-40DE-95CE-7CB44F1A3E89}"/>
              </a:ext>
            </a:extLst>
          </p:cNvPr>
          <p:cNvSpPr txBox="1">
            <a:spLocks/>
          </p:cNvSpPr>
          <p:nvPr/>
        </p:nvSpPr>
        <p:spPr bwMode="white">
          <a:xfrm>
            <a:off x="228601" y="115825"/>
            <a:ext cx="10840914" cy="1260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The TEAM</a:t>
            </a:r>
          </a:p>
        </p:txBody>
      </p:sp>
    </p:spTree>
    <p:extLst>
      <p:ext uri="{BB962C8B-B14F-4D97-AF65-F5344CB8AC3E}">
        <p14:creationId xmlns:p14="http://schemas.microsoft.com/office/powerpoint/2010/main" val="2079091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1" y="115825"/>
            <a:ext cx="10840914" cy="1260000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2050" name="Picture 2" descr="Architect, architecture, blueprints, design, renovation icon">
            <a:extLst>
              <a:ext uri="{FF2B5EF4-FFF2-40B4-BE49-F238E27FC236}">
                <a16:creationId xmlns:a16="http://schemas.microsoft.com/office/drawing/2014/main" id="{D27A0BF7-6453-401D-8D90-8FC712CFAA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4253" y="325295"/>
            <a:ext cx="841060" cy="841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8778794-623C-4A5C-BF9E-15EE81FAA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146810"/>
            <a:ext cx="11582400" cy="456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04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543" y="1668759"/>
            <a:ext cx="10840914" cy="4226013"/>
          </a:xfrm>
        </p:spPr>
        <p:txBody>
          <a:bodyPr/>
          <a:lstStyle/>
          <a:p>
            <a:r>
              <a:rPr lang="en-US" dirty="0"/>
              <a:t>•	Study of social, health and financial situations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Median age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Median income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Mental health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Overseas born rate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Employment rate </a:t>
            </a:r>
          </a:p>
          <a:p>
            <a:r>
              <a:rPr lang="en-US" dirty="0"/>
              <a:t>•	Study of sentiments of Australian residents on Australian politics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/>
              <a:t>Politics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b="0" dirty="0" err="1"/>
              <a:t>COVIDSafe</a:t>
            </a:r>
            <a:endParaRPr lang="en-US" dirty="0"/>
          </a:p>
          <a:p>
            <a:r>
              <a:rPr lang="en-US" dirty="0"/>
              <a:t>•	Comparison of sentiments on Australian politics against social, economic and health situations </a:t>
            </a:r>
          </a:p>
        </p:txBody>
      </p:sp>
    </p:spTree>
    <p:extLst>
      <p:ext uri="{BB962C8B-B14F-4D97-AF65-F5344CB8AC3E}">
        <p14:creationId xmlns:p14="http://schemas.microsoft.com/office/powerpoint/2010/main" val="3972231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2: Study of sentiments of Australian residents on Australian politics</a:t>
            </a:r>
          </a:p>
        </p:txBody>
      </p:sp>
    </p:spTree>
    <p:extLst>
      <p:ext uri="{BB962C8B-B14F-4D97-AF65-F5344CB8AC3E}">
        <p14:creationId xmlns:p14="http://schemas.microsoft.com/office/powerpoint/2010/main" val="2971838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3: Comparison of political sentiments against social, economic and health situations</a:t>
            </a:r>
          </a:p>
        </p:txBody>
      </p:sp>
    </p:spTree>
    <p:extLst>
      <p:ext uri="{BB962C8B-B14F-4D97-AF65-F5344CB8AC3E}">
        <p14:creationId xmlns:p14="http://schemas.microsoft.com/office/powerpoint/2010/main" val="2475515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video</a:t>
            </a:r>
          </a:p>
        </p:txBody>
      </p:sp>
    </p:spTree>
    <p:extLst>
      <p:ext uri="{BB962C8B-B14F-4D97-AF65-F5344CB8AC3E}">
        <p14:creationId xmlns:p14="http://schemas.microsoft.com/office/powerpoint/2010/main" val="34354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5FC6C278-4035-446A-A94B-030E792FDDF5}"/>
              </a:ext>
            </a:extLst>
          </p:cNvPr>
          <p:cNvSpPr txBox="1"/>
          <p:nvPr/>
        </p:nvSpPr>
        <p:spPr>
          <a:xfrm>
            <a:off x="1547813" y="2662704"/>
            <a:ext cx="9096374" cy="19389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945982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Default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22736411_Famous event in history presentation_AAS_v4" id="{885A6F1E-651B-4F15-A7C5-F8866BEBEDBA}" vid="{A424914B-CB64-4CFE-A131-6ACB64D36AA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C25A74-1E0C-4362-AFA3-6197BD285F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EC94942-C689-461B-8649-1FD863C6BA2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96277B9-27DA-47CA-9593-62E4BB44A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tf22736411</Template>
  <TotalTime>0</TotalTime>
  <Words>217</Words>
  <Application>Microsoft Office PowerPoint</Application>
  <PresentationFormat>Widescreen</PresentationFormat>
  <Paragraphs>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Corbel</vt:lpstr>
      <vt:lpstr>Courier New</vt:lpstr>
      <vt:lpstr>Celestial</vt:lpstr>
      <vt:lpstr>COMP90024 Cluster and Cloud Computing  Assignment 2 – Team 19</vt:lpstr>
      <vt:lpstr>PowerPoint Presentation</vt:lpstr>
      <vt:lpstr>Architecture</vt:lpstr>
      <vt:lpstr>Key scenarios</vt:lpstr>
      <vt:lpstr>Key scenarios</vt:lpstr>
      <vt:lpstr>Key scenarios</vt:lpstr>
      <vt:lpstr>Demo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2020-05-21T11:45:55Z</dcterms:created>
  <dcterms:modified xsi:type="dcterms:W3CDTF">2020-05-24T08:53:53Z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