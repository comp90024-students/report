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60" r:id="rId4"/>
  </p:sldMasterIdLst>
  <p:notesMasterIdLst>
    <p:notesMasterId r:id="rId13"/>
  </p:notesMasterIdLst>
  <p:handoutMasterIdLst>
    <p:handoutMasterId r:id="rId14"/>
  </p:handoutMasterIdLst>
  <p:sldIdLst>
    <p:sldId id="268" r:id="rId5"/>
    <p:sldId id="277" r:id="rId6"/>
    <p:sldId id="271" r:id="rId7"/>
    <p:sldId id="278" r:id="rId8"/>
    <p:sldId id="279" r:id="rId9"/>
    <p:sldId id="280" r:id="rId10"/>
    <p:sldId id="281" r:id="rId11"/>
    <p:sldId id="257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33E57"/>
    <a:srgbClr val="184259"/>
    <a:srgbClr val="9C4E4E"/>
    <a:srgbClr val="700000"/>
    <a:srgbClr val="5E2001"/>
    <a:srgbClr val="8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96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F5AB1C69-6EDB-4FF4-983F-18BD219EF32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52" autoAdjust="0"/>
  </p:normalViewPr>
  <p:slideViewPr>
    <p:cSldViewPr snapToGrid="0">
      <p:cViewPr varScale="1">
        <p:scale>
          <a:sx n="86" d="100"/>
          <a:sy n="86" d="100"/>
        </p:scale>
        <p:origin x="514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828" y="9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2BF7510-B9ED-40E0-8274-4F64AD62B83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95E24B0-B97F-4932-93CD-4307D6181DC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C0AA17F-CB06-445B-ACD3-321E84E51A80}" type="datetimeFigureOut">
              <a:rPr lang="en-US" smtClean="0"/>
              <a:t>5/23/2020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FC3A0DF-A8A7-4EF4-96E5-757FFFC2A93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BEC987-E8F6-4FD2-BFB2-04815BD1D2F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078EF9-7F2B-4B20-A25C-9E80C16977B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01149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6141C0-BF72-4A20-AFA7-D05563D549B7}" type="datetimeFigureOut">
              <a:rPr lang="en-US" smtClean="0"/>
              <a:t>5/23/2020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AAF9CF-D1E5-49FD-94F7-B246BB67E2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92858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bg bwMode="blackGray">
      <p:bgPr>
        <a:gradFill flip="none" rotWithShape="1">
          <a:gsLst>
            <a:gs pos="0">
              <a:schemeClr val="accent3">
                <a:lumMod val="89000"/>
              </a:schemeClr>
            </a:gs>
            <a:gs pos="23000">
              <a:schemeClr val="accent3">
                <a:lumMod val="89000"/>
              </a:schemeClr>
            </a:gs>
            <a:gs pos="69000">
              <a:schemeClr val="accent3">
                <a:lumMod val="75000"/>
              </a:schemeClr>
            </a:gs>
            <a:gs pos="97000">
              <a:schemeClr val="accent3">
                <a:lumMod val="5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840914" cy="1260000"/>
          </a:xfrm>
        </p:spPr>
        <p:txBody>
          <a:bodyPr anchor="ctr" anchorCtr="0">
            <a:normAutofit/>
          </a:bodyPr>
          <a:lstStyle>
            <a:lvl1pPr>
              <a:defRPr sz="30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1" y="1869601"/>
            <a:ext cx="10840914" cy="3921600"/>
          </a:xfrm>
        </p:spPr>
        <p:txBody>
          <a:bodyPr anchor="t" anchorCtr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B7D2A-0DF8-424B-9572-B79AEBB2D9DC}" type="datetimeFigureOut">
              <a:rPr lang="en-US" noProof="0" smtClean="0"/>
              <a:t>5/23/2020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9DD2A-B520-4620-9B43-64B657BA2D42}" type="slidenum">
              <a:rPr lang="en-US" noProof="0" smtClean="0"/>
              <a:t>‹#›</a:t>
            </a:fld>
            <a:endParaRPr lang="en-US" noProof="0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28F7C25-BFB6-430F-87B6-7D0D2C7493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-185517" y="1223433"/>
            <a:ext cx="504000" cy="0"/>
          </a:xfrm>
          <a:prstGeom prst="line">
            <a:avLst/>
          </a:prstGeom>
          <a:ln w="127000" cap="sq">
            <a:solidFill>
              <a:schemeClr val="accent3"/>
            </a:solidFill>
            <a:miter lim="800000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0262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 bwMode="blackGray">
      <p:bgPr>
        <a:gradFill flip="none" rotWithShape="1">
          <a:gsLst>
            <a:gs pos="0">
              <a:schemeClr val="accent3">
                <a:lumMod val="89000"/>
              </a:schemeClr>
            </a:gs>
            <a:gs pos="23000">
              <a:schemeClr val="accent3">
                <a:lumMod val="89000"/>
              </a:schemeClr>
            </a:gs>
            <a:gs pos="69000">
              <a:schemeClr val="accent3">
                <a:lumMod val="75000"/>
              </a:schemeClr>
            </a:gs>
            <a:gs pos="97000">
              <a:schemeClr val="accent3">
                <a:lumMod val="5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Title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75" y="1786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76500" y="2716272"/>
            <a:ext cx="8683625" cy="2421464"/>
          </a:xfrm>
        </p:spPr>
        <p:txBody>
          <a:bodyPr anchor="b">
            <a:normAutofit/>
          </a:bodyPr>
          <a:lstStyle>
            <a:lvl1pPr algn="r">
              <a:defRPr sz="4800">
                <a:effectLst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76500" y="5137736"/>
            <a:ext cx="8683625" cy="732840"/>
          </a:xfrm>
        </p:spPr>
        <p:txBody>
          <a:bodyPr anchor="t">
            <a:normAutofit/>
          </a:bodyPr>
          <a:lstStyle>
            <a:lvl1pPr marL="0" indent="0" algn="r">
              <a:buNone/>
              <a:defRPr sz="1800" cap="all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noProof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32558" y="5870575"/>
            <a:ext cx="1600200" cy="377825"/>
          </a:xfrm>
        </p:spPr>
        <p:txBody>
          <a:bodyPr/>
          <a:lstStyle/>
          <a:p>
            <a:fld id="{984B7D2A-0DF8-424B-9572-B79AEBB2D9DC}" type="datetimeFigureOut">
              <a:rPr lang="en-US" noProof="0" smtClean="0"/>
              <a:t>5/23/2020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962399" y="5870575"/>
            <a:ext cx="4893958" cy="377825"/>
          </a:xfrm>
        </p:spPr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08958" y="5870575"/>
            <a:ext cx="551167" cy="377825"/>
          </a:xfrm>
        </p:spPr>
        <p:txBody>
          <a:bodyPr/>
          <a:lstStyle/>
          <a:p>
            <a:fld id="{5D99DD2A-B520-4620-9B43-64B657BA2D42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06293711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2450" y="1874308"/>
            <a:ext cx="3814235" cy="1260000"/>
          </a:xfrm>
        </p:spPr>
        <p:txBody>
          <a:bodyPr anchor="ctr" anchorCtr="0">
            <a:noAutofit/>
          </a:bodyPr>
          <a:lstStyle>
            <a:lvl1pPr algn="r">
              <a:defRPr sz="3000" b="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48200" y="0"/>
            <a:ext cx="7543800" cy="6856214"/>
          </a:xfrm>
        </p:spPr>
        <p:txBody>
          <a:bodyPr anchor="ctr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52450" y="3134308"/>
            <a:ext cx="3814235" cy="2016600"/>
          </a:xfrm>
        </p:spPr>
        <p:txBody>
          <a:bodyPr anchor="t">
            <a:normAutofit/>
          </a:bodyPr>
          <a:lstStyle>
            <a:lvl1pPr marL="0" indent="0" algn="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B7D2A-0DF8-424B-9572-B79AEBB2D9DC}" type="datetimeFigureOut">
              <a:rPr lang="en-US" noProof="0" smtClean="0"/>
              <a:t>5/23/2020</a:t>
            </a:fld>
            <a:endParaRPr lang="en-US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9DD2A-B520-4620-9B43-64B657BA2D42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0063388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Description and Con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elestia-R1---OverlayContentHD.png">
            <a:extLst>
              <a:ext uri="{FF2B5EF4-FFF2-40B4-BE49-F238E27FC236}">
                <a16:creationId xmlns:a16="http://schemas.microsoft.com/office/drawing/2014/main" id="{A1E35E73-B2F7-41DF-AAD2-58E6BE2710D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840914" cy="1260000"/>
          </a:xfrm>
        </p:spPr>
        <p:txBody>
          <a:bodyPr anchor="ctr" anchorCtr="0">
            <a:normAutofit/>
          </a:bodyPr>
          <a:lstStyle>
            <a:lvl1pPr>
              <a:defRPr sz="30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1881824"/>
            <a:ext cx="10840914" cy="1032826"/>
          </a:xfrm>
        </p:spPr>
        <p:txBody>
          <a:bodyPr anchor="t" anchorCtr="0">
            <a:noAutofit/>
          </a:bodyPr>
          <a:lstStyle>
            <a:lvl1pPr marL="0" indent="0">
              <a:buNone/>
              <a:defRPr sz="1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B7D2A-0DF8-424B-9572-B79AEBB2D9DC}" type="datetimeFigureOut">
              <a:rPr lang="en-US" noProof="0" smtClean="0"/>
              <a:t>5/23/2020</a:t>
            </a:fld>
            <a:endParaRPr lang="en-US" noProof="0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47DAE59-9D63-4159-8F3E-560C31F19A8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216192" y="3837470"/>
            <a:ext cx="1310050" cy="959003"/>
          </a:xfrm>
        </p:spPr>
        <p:txBody>
          <a:bodyPr>
            <a:noAutofit/>
          </a:bodyPr>
          <a:lstStyle>
            <a:lvl1pPr marL="0" indent="0" algn="ctr">
              <a:buNone/>
              <a:defRPr sz="1200"/>
            </a:lvl1pPr>
            <a:lvl3pPr algn="ctr">
              <a:defRPr sz="1200"/>
            </a:lvl3pPr>
            <a:lvl5pPr marL="1828800" indent="0">
              <a:buNone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9DD2A-B520-4620-9B43-64B657BA2D42}" type="slidenum">
              <a:rPr lang="en-US" noProof="0" smtClean="0"/>
              <a:t>‹#›</a:t>
            </a:fld>
            <a:endParaRPr lang="en-US" noProof="0" dirty="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4249143D-80A5-4E4C-BBFD-F253500CE226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685799" y="2914650"/>
            <a:ext cx="10840914" cy="502126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1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0" name="Text Placeholder 5">
            <a:extLst>
              <a:ext uri="{FF2B5EF4-FFF2-40B4-BE49-F238E27FC236}">
                <a16:creationId xmlns:a16="http://schemas.microsoft.com/office/drawing/2014/main" id="{B06123F0-984B-4EF8-9945-3621C401B7A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465366" y="3837470"/>
            <a:ext cx="1310050" cy="959003"/>
          </a:xfrm>
        </p:spPr>
        <p:txBody>
          <a:bodyPr>
            <a:noAutofit/>
          </a:bodyPr>
          <a:lstStyle>
            <a:lvl1pPr marL="0" indent="0" algn="ctr">
              <a:buNone/>
              <a:defRPr sz="1200"/>
            </a:lvl1pPr>
            <a:lvl3pPr algn="ctr">
              <a:defRPr sz="1200"/>
            </a:lvl3pPr>
            <a:lvl5pPr marL="1828800" indent="0">
              <a:buNone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1" name="Text Placeholder 5">
            <a:extLst>
              <a:ext uri="{FF2B5EF4-FFF2-40B4-BE49-F238E27FC236}">
                <a16:creationId xmlns:a16="http://schemas.microsoft.com/office/drawing/2014/main" id="{A669C074-A9BE-4B07-ACEE-3B34AAC8B9E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548424" y="3837470"/>
            <a:ext cx="1310050" cy="959003"/>
          </a:xfrm>
        </p:spPr>
        <p:txBody>
          <a:bodyPr>
            <a:noAutofit/>
          </a:bodyPr>
          <a:lstStyle>
            <a:lvl1pPr marL="0" indent="0" algn="ctr">
              <a:buNone/>
              <a:defRPr sz="1200"/>
            </a:lvl1pPr>
            <a:lvl3pPr algn="ctr">
              <a:defRPr sz="1200"/>
            </a:lvl3pPr>
            <a:lvl5pPr marL="1828800" indent="0">
              <a:buNone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9" name="Text Placeholder 5">
            <a:extLst>
              <a:ext uri="{FF2B5EF4-FFF2-40B4-BE49-F238E27FC236}">
                <a16:creationId xmlns:a16="http://schemas.microsoft.com/office/drawing/2014/main" id="{84A40D78-D6DD-41A7-A132-9D48DF8649A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382308" y="3837470"/>
            <a:ext cx="1310050" cy="959003"/>
          </a:xfrm>
        </p:spPr>
        <p:txBody>
          <a:bodyPr>
            <a:noAutofit/>
          </a:bodyPr>
          <a:lstStyle>
            <a:lvl1pPr marL="0" indent="0" algn="ctr">
              <a:buNone/>
              <a:defRPr sz="1200"/>
            </a:lvl1pPr>
            <a:lvl3pPr algn="ctr">
              <a:defRPr sz="1200"/>
            </a:lvl3pPr>
            <a:lvl5pPr marL="1828800" indent="0">
              <a:buNone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4A9CFAA7-850F-4C92-A9BE-56452E5CA04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299250" y="3837470"/>
            <a:ext cx="1310050" cy="959003"/>
          </a:xfrm>
        </p:spPr>
        <p:txBody>
          <a:bodyPr>
            <a:noAutofit/>
          </a:bodyPr>
          <a:lstStyle>
            <a:lvl1pPr marL="0" indent="0" algn="ctr">
              <a:buNone/>
              <a:defRPr sz="1200"/>
            </a:lvl1pPr>
            <a:lvl3pPr algn="ctr">
              <a:defRPr sz="1200"/>
            </a:lvl3pPr>
            <a:lvl5pPr marL="1828800" indent="0">
              <a:buNone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C5A0CF1-9FE7-4149-97DC-5221639144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-185517" y="1242483"/>
            <a:ext cx="504000" cy="0"/>
          </a:xfrm>
          <a:prstGeom prst="line">
            <a:avLst/>
          </a:prstGeom>
          <a:ln w="127000" cap="sq">
            <a:solidFill>
              <a:schemeClr val="accent3"/>
            </a:solidFill>
            <a:miter lim="800000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36392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7326" y="995967"/>
            <a:ext cx="6238874" cy="1260000"/>
          </a:xfrm>
        </p:spPr>
        <p:txBody>
          <a:bodyPr anchor="ctr" anchorCtr="0">
            <a:noAutofit/>
          </a:bodyPr>
          <a:lstStyle>
            <a:lvl1pPr algn="r">
              <a:defRPr sz="3000" b="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 bwMode="blackGray">
          <a:xfrm>
            <a:off x="8014200" y="995968"/>
            <a:ext cx="3492000" cy="4866064"/>
          </a:xfrm>
          <a:prstGeom prst="roundRect">
            <a:avLst>
              <a:gd name="adj" fmla="val 2371"/>
            </a:avLst>
          </a:prstGeom>
          <a:solidFill>
            <a:schemeClr val="bg2">
              <a:lumMod val="75000"/>
              <a:lumOff val="25000"/>
            </a:schemeClr>
          </a:solidFill>
          <a:ln w="28575" cap="sq" cmpd="sng">
            <a:solidFill>
              <a:schemeClr val="accent3">
                <a:lumMod val="50000"/>
              </a:schemeClr>
            </a:solidFill>
            <a:miter lim="800000"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85849" y="2255967"/>
            <a:ext cx="6610351" cy="3476618"/>
          </a:xfrm>
        </p:spPr>
        <p:txBody>
          <a:bodyPr anchor="t">
            <a:normAutofit/>
          </a:bodyPr>
          <a:lstStyle>
            <a:lvl1pPr marL="0" indent="0" algn="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B7D2A-0DF8-424B-9572-B79AEBB2D9DC}" type="datetimeFigureOut">
              <a:rPr lang="en-US" noProof="0" smtClean="0"/>
              <a:t>5/23/2020</a:t>
            </a:fld>
            <a:endParaRPr lang="en-US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9DD2A-B520-4620-9B43-64B657BA2D42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9693825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Righ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57974" y="995968"/>
            <a:ext cx="4848225" cy="1260000"/>
          </a:xfrm>
        </p:spPr>
        <p:txBody>
          <a:bodyPr anchor="ctr" anchorCtr="0">
            <a:normAutofit/>
          </a:bodyPr>
          <a:lstStyle>
            <a:lvl1pPr algn="l">
              <a:defRPr sz="3000" b="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 bwMode="blackGray">
          <a:xfrm>
            <a:off x="727574" y="914400"/>
            <a:ext cx="5749425" cy="4818185"/>
          </a:xfrm>
          <a:prstGeom prst="roundRect">
            <a:avLst>
              <a:gd name="adj" fmla="val 2371"/>
            </a:avLst>
          </a:prstGeom>
          <a:solidFill>
            <a:schemeClr val="bg2">
              <a:lumMod val="75000"/>
              <a:lumOff val="25000"/>
            </a:schemeClr>
          </a:solidFill>
          <a:ln w="28575" cap="sq" cmpd="sng">
            <a:solidFill>
              <a:schemeClr val="accent3">
                <a:lumMod val="50000"/>
              </a:schemeClr>
            </a:solidFill>
            <a:miter lim="800000"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57974" y="2255968"/>
            <a:ext cx="4848225" cy="347661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B7D2A-0DF8-424B-9572-B79AEBB2D9DC}" type="datetimeFigureOut">
              <a:rPr lang="en-US" noProof="0" smtClean="0"/>
              <a:t>5/23/2020</a:t>
            </a:fld>
            <a:endParaRPr lang="en-US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9DD2A-B520-4620-9B43-64B657BA2D42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8329592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 bwMode="white">
          <a:xfrm>
            <a:off x="10571243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noProof="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1" name="TextBox 10"/>
          <p:cNvSpPr txBox="1"/>
          <p:nvPr/>
        </p:nvSpPr>
        <p:spPr bwMode="white">
          <a:xfrm>
            <a:off x="100262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noProof="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320801" y="609601"/>
            <a:ext cx="9550399" cy="2743199"/>
          </a:xfrm>
        </p:spPr>
        <p:txBody>
          <a:bodyPr anchor="ctr">
            <a:normAutofit/>
          </a:bodyPr>
          <a:lstStyle>
            <a:lvl1pPr algn="ctr">
              <a:defRPr sz="3000" b="0" i="1" cap="none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26408" y="3352800"/>
            <a:ext cx="9339184" cy="38100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18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AD7857E-8E0E-4AC1-ABDC-E42462C788DE}"/>
              </a:ext>
            </a:extLst>
          </p:cNvPr>
          <p:cNvSpPr/>
          <p:nvPr userDrawn="1"/>
        </p:nvSpPr>
        <p:spPr>
          <a:xfrm>
            <a:off x="1750844" y="3962401"/>
            <a:ext cx="8690313" cy="1908173"/>
          </a:xfrm>
          <a:prstGeom prst="roundRect">
            <a:avLst>
              <a:gd name="adj" fmla="val 6552"/>
            </a:avLst>
          </a:prstGeom>
          <a:solidFill>
            <a:schemeClr val="accent3">
              <a:alpha val="7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857375" y="4021138"/>
            <a:ext cx="8486775" cy="1760537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B7D2A-0DF8-424B-9572-B79AEBB2D9DC}" type="datetimeFigureOut">
              <a:rPr lang="en-US" noProof="0" smtClean="0"/>
              <a:t>5/23/2020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9DD2A-B520-4620-9B43-64B657BA2D42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1534094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elestia-R1---OverlayContentHD.png">
            <a:extLst>
              <a:ext uri="{FF2B5EF4-FFF2-40B4-BE49-F238E27FC236}">
                <a16:creationId xmlns:a16="http://schemas.microsoft.com/office/drawing/2014/main" id="{A1E35E73-B2F7-41DF-AAD2-58E6BE2710D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599"/>
            <a:ext cx="10840914" cy="1260000"/>
          </a:xfrm>
        </p:spPr>
        <p:txBody>
          <a:bodyPr>
            <a:normAutofit/>
          </a:bodyPr>
          <a:lstStyle>
            <a:lvl1pPr>
              <a:defRPr sz="30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1869599"/>
            <a:ext cx="5202071" cy="916228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1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2870201"/>
            <a:ext cx="5202071" cy="2916000"/>
          </a:xfrm>
          <a:prstGeom prst="roundRect">
            <a:avLst>
              <a:gd name="adj" fmla="val 2496"/>
            </a:avLst>
          </a:prstGeom>
          <a:ln w="28575">
            <a:solidFill>
              <a:schemeClr val="accent3">
                <a:lumMod val="50000"/>
              </a:schemeClr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anchor="t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8270" y="1869599"/>
            <a:ext cx="5228444" cy="916228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1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8270" y="2870201"/>
            <a:ext cx="5202071" cy="2916000"/>
          </a:xfrm>
          <a:prstGeom prst="roundRect">
            <a:avLst>
              <a:gd name="adj" fmla="val 2798"/>
            </a:avLst>
          </a:prstGeom>
          <a:ln w="28575">
            <a:solidFill>
              <a:schemeClr val="accent3">
                <a:lumMod val="50000"/>
              </a:schemeClr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anchor="t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B7D2A-0DF8-424B-9572-B79AEBB2D9DC}" type="datetimeFigureOut">
              <a:rPr lang="en-US" noProof="0" smtClean="0"/>
              <a:t>5/23/2020</a:t>
            </a:fld>
            <a:endParaRPr lang="en-US" noProof="0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9DD2A-B520-4620-9B43-64B657BA2D42}" type="slidenum">
              <a:rPr lang="en-US" noProof="0" smtClean="0"/>
              <a:t>‹#›</a:t>
            </a:fld>
            <a:endParaRPr lang="en-US" noProof="0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031B0A9-3E16-4C5B-A6CE-045BCB91A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7150" y="939761"/>
            <a:ext cx="3666" cy="491143"/>
          </a:xfrm>
          <a:prstGeom prst="line">
            <a:avLst/>
          </a:prstGeom>
          <a:ln w="127000" cap="sq">
            <a:solidFill>
              <a:schemeClr val="accent3"/>
            </a:solidFill>
            <a:miter lim="800000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69611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840914" cy="1260000"/>
          </a:xfrm>
        </p:spPr>
        <p:txBody>
          <a:bodyPr>
            <a:normAutofit/>
          </a:bodyPr>
          <a:lstStyle>
            <a:lvl1pPr>
              <a:defRPr sz="30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44449DE-635B-4B23-9B8B-C95A5B8764DB}"/>
              </a:ext>
            </a:extLst>
          </p:cNvPr>
          <p:cNvSpPr/>
          <p:nvPr userDrawn="1"/>
        </p:nvSpPr>
        <p:spPr>
          <a:xfrm>
            <a:off x="663356" y="1790228"/>
            <a:ext cx="10863358" cy="4080348"/>
          </a:xfrm>
          <a:prstGeom prst="roundRect">
            <a:avLst>
              <a:gd name="adj" fmla="val 2634"/>
            </a:avLst>
          </a:prstGeom>
          <a:solidFill>
            <a:schemeClr val="accent3">
              <a:alpha val="7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2" y="1869600"/>
            <a:ext cx="5040000" cy="3921601"/>
          </a:xfrm>
          <a:prstGeom prst="roundRect">
            <a:avLst>
              <a:gd name="adj" fmla="val 1970"/>
            </a:avLst>
          </a:prstGeom>
          <a:ln w="28575">
            <a:noFill/>
          </a:ln>
          <a:effectLst/>
        </p:spPr>
        <p:txBody>
          <a:bodyPr anchor="t" anchorCtr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88644" y="1869601"/>
            <a:ext cx="5040000" cy="3921600"/>
          </a:xfrm>
          <a:prstGeom prst="roundRect">
            <a:avLst>
              <a:gd name="adj" fmla="val 2211"/>
            </a:avLst>
          </a:prstGeom>
          <a:ln w="28575">
            <a:noFill/>
          </a:ln>
          <a:effectLst/>
        </p:spPr>
        <p:txBody>
          <a:bodyPr anchor="t" anchorCtr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B7D2A-0DF8-424B-9572-B79AEBB2D9DC}" type="datetimeFigureOut">
              <a:rPr lang="en-US" noProof="0" smtClean="0"/>
              <a:t>5/23/2020</a:t>
            </a:fld>
            <a:endParaRPr lang="en-US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9DD2A-B520-4620-9B43-64B657BA2D42}" type="slidenum">
              <a:rPr lang="en-US" noProof="0" smtClean="0"/>
              <a:t>‹#›</a:t>
            </a:fld>
            <a:endParaRPr lang="en-US" noProof="0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8539E0A-8009-4A6E-A7A1-5AEFA52206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7150" y="996911"/>
            <a:ext cx="3666" cy="491143"/>
          </a:xfrm>
          <a:prstGeom prst="line">
            <a:avLst/>
          </a:prstGeom>
          <a:ln w="127000" cap="sq">
            <a:solidFill>
              <a:schemeClr val="accent3"/>
            </a:solidFill>
            <a:miter lim="800000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3527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85801" y="609601"/>
            <a:ext cx="10840913" cy="3124199"/>
          </a:xfrm>
        </p:spPr>
        <p:txBody>
          <a:bodyPr anchor="ctr">
            <a:normAutofit/>
          </a:bodyPr>
          <a:lstStyle>
            <a:lvl1pPr algn="l">
              <a:defRPr sz="3000" b="0" cap="none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3733800"/>
            <a:ext cx="10840914" cy="2057400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B7D2A-0DF8-424B-9572-B79AEBB2D9DC}" type="datetimeFigureOut">
              <a:rPr lang="en-US" noProof="0" smtClean="0"/>
              <a:t>5/23/2020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9DD2A-B520-4620-9B43-64B657BA2D42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833263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840914" cy="1260000"/>
          </a:xfrm>
        </p:spPr>
        <p:txBody>
          <a:bodyPr>
            <a:normAutofit/>
          </a:bodyPr>
          <a:lstStyle>
            <a:lvl1pPr>
              <a:defRPr sz="30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B7D2A-0DF8-424B-9572-B79AEBB2D9DC}" type="datetimeFigureOut">
              <a:rPr lang="en-US" noProof="0" smtClean="0"/>
              <a:t>5/23/2020</a:t>
            </a:fld>
            <a:endParaRPr lang="en-US" noProof="0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9DD2A-B520-4620-9B43-64B657BA2D42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51064991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B7D2A-0DF8-424B-9572-B79AEBB2D9DC}" type="datetimeFigureOut">
              <a:rPr lang="en-US" noProof="0" smtClean="0"/>
              <a:t>5/23/2020</a:t>
            </a:fld>
            <a:endParaRPr lang="en-US" noProof="0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9DD2A-B520-4620-9B43-64B657BA2D42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4537065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blackGray">
      <p:bgPr>
        <a:gradFill flip="none" rotWithShape="1">
          <a:gsLst>
            <a:gs pos="0">
              <a:schemeClr val="accent3">
                <a:lumMod val="89000"/>
              </a:schemeClr>
            </a:gs>
            <a:gs pos="23000">
              <a:schemeClr val="accent3">
                <a:lumMod val="89000"/>
              </a:schemeClr>
            </a:gs>
            <a:gs pos="69000">
              <a:schemeClr val="accent3">
                <a:lumMod val="75000"/>
              </a:schemeClr>
            </a:gs>
            <a:gs pos="97000">
              <a:schemeClr val="accent3">
                <a:lumMod val="5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white">
          <a:xfrm>
            <a:off x="685801" y="609600"/>
            <a:ext cx="10840914" cy="14562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white">
          <a:xfrm>
            <a:off x="685801" y="2142067"/>
            <a:ext cx="10840914" cy="36491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984B7D2A-0DF8-424B-9572-B79AEBB2D9DC}" type="datetimeFigureOut">
              <a:rPr lang="en-US" noProof="0" smtClean="0"/>
              <a:t>5/23/2020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r>
              <a:rPr lang="en-US" noProof="0" dirty="0"/>
              <a:t>Add a Footer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66059" y="5870575"/>
            <a:ext cx="1260655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5D99DD2A-B520-4620-9B43-64B657BA2D42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00906997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2" r:id="rId1"/>
    <p:sldLayoutId id="2147483661" r:id="rId2"/>
    <p:sldLayoutId id="2147483668" r:id="rId3"/>
    <p:sldLayoutId id="2147483679" r:id="rId4"/>
    <p:sldLayoutId id="2147483669" r:id="rId5"/>
    <p:sldLayoutId id="2147483680" r:id="rId6"/>
    <p:sldLayoutId id="2147483672" r:id="rId7"/>
    <p:sldLayoutId id="2147483665" r:id="rId8"/>
    <p:sldLayoutId id="2147483664" r:id="rId9"/>
    <p:sldLayoutId id="2147483671" r:id="rId10"/>
    <p:sldLayoutId id="2147483666" r:id="rId11"/>
    <p:sldLayoutId id="2147483667" r:id="rId12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mailto:@alqarnia@student.unimelb.edu.au" TargetMode="External"/><Relationship Id="rId3" Type="http://schemas.openxmlformats.org/officeDocument/2006/relationships/hyperlink" Target="mailto:mkarimov@student.unimelb.edu.au" TargetMode="External"/><Relationship Id="rId7" Type="http://schemas.openxmlformats.org/officeDocument/2006/relationships/hyperlink" Target="mailto:@rfathullah@student.unimelb.edu.au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Relationship Id="rId6" Type="http://schemas.openxmlformats.org/officeDocument/2006/relationships/hyperlink" Target="mailto:sayanc@student.unimelb.edu.au" TargetMode="External"/><Relationship Id="rId11" Type="http://schemas.openxmlformats.org/officeDocument/2006/relationships/image" Target="../media/image9.png"/><Relationship Id="rId5" Type="http://schemas.openxmlformats.org/officeDocument/2006/relationships/hyperlink" Target="mailto:cdavaloscast@student.unimelb.edu.au" TargetMode="External"/><Relationship Id="rId10" Type="http://schemas.openxmlformats.org/officeDocument/2006/relationships/image" Target="../media/image8.png"/><Relationship Id="rId4" Type="http://schemas.openxmlformats.org/officeDocument/2006/relationships/image" Target="../media/image6.pn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go.microsoft.com/fwlink/?linkid=2007348" TargetMode="Externa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35B398-1E7F-44AD-8356-8345134C95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7432" y="2173709"/>
            <a:ext cx="9852694" cy="2057652"/>
          </a:xfrm>
        </p:spPr>
        <p:txBody>
          <a:bodyPr>
            <a:normAutofit/>
          </a:bodyPr>
          <a:lstStyle/>
          <a:p>
            <a:r>
              <a:rPr lang="en-US" sz="3600" dirty="0"/>
              <a:t>COMP90024 Cluster and Cloud Computing </a:t>
            </a:r>
            <a:br>
              <a:rPr lang="en-US" sz="3600" dirty="0"/>
            </a:br>
            <a:r>
              <a:rPr lang="en-US" sz="3600" dirty="0"/>
              <a:t>Assignment 2 – Team 19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52A3D91-AB3F-4EDF-B87E-FDDF6C5DC4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4231361"/>
            <a:ext cx="8683625" cy="557211"/>
          </a:xfrm>
        </p:spPr>
        <p:txBody>
          <a:bodyPr>
            <a:noAutofit/>
          </a:bodyPr>
          <a:lstStyle/>
          <a:p>
            <a:r>
              <a:rPr lang="en-US" sz="2400" dirty="0"/>
              <a:t>Semester 1, 2020</a:t>
            </a:r>
          </a:p>
          <a:p>
            <a:endParaRPr lang="en-US" sz="2400" dirty="0"/>
          </a:p>
        </p:txBody>
      </p:sp>
      <p:pic>
        <p:nvPicPr>
          <p:cNvPr id="7" name="Picture 6" descr="Logos">
            <a:extLst>
              <a:ext uri="{FF2B5EF4-FFF2-40B4-BE49-F238E27FC236}">
                <a16:creationId xmlns:a16="http://schemas.microsoft.com/office/drawing/2014/main" id="{3B97F0F3-68CF-467F-86FC-B65D9E860368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98076" y="968115"/>
            <a:ext cx="1800860" cy="180086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527490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4B901B99-4083-414D-AAFF-75029E51DF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096" y="1732546"/>
            <a:ext cx="1163053" cy="1163053"/>
          </a:xfrm>
          <a:prstGeom prst="rect">
            <a:avLst/>
          </a:prstGeom>
        </p:spPr>
      </p:pic>
      <p:sp>
        <p:nvSpPr>
          <p:cNvPr id="22" name="Content Placeholder 21">
            <a:extLst>
              <a:ext uri="{FF2B5EF4-FFF2-40B4-BE49-F238E27FC236}">
                <a16:creationId xmlns:a16="http://schemas.microsoft.com/office/drawing/2014/main" id="{51DE8AD2-41EC-46AB-BC20-FC381E29FB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2073443" y="1732546"/>
            <a:ext cx="3677651" cy="1163053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 err="1"/>
              <a:t>Mukhammad</a:t>
            </a:r>
            <a:r>
              <a:rPr lang="en-US" dirty="0"/>
              <a:t> </a:t>
            </a:r>
            <a:r>
              <a:rPr lang="en-US" dirty="0" err="1"/>
              <a:t>Karimov</a:t>
            </a:r>
            <a:endParaRPr lang="en-US" dirty="0"/>
          </a:p>
          <a:p>
            <a:pPr marL="0" indent="0">
              <a:buNone/>
            </a:pPr>
            <a:r>
              <a:rPr lang="en-US" sz="1400" dirty="0"/>
              <a:t>Student Id: 1019332</a:t>
            </a:r>
          </a:p>
          <a:p>
            <a:pPr marL="0" indent="0">
              <a:buNone/>
            </a:pPr>
            <a:r>
              <a:rPr lang="en-US" sz="1400" dirty="0"/>
              <a:t>Email: </a:t>
            </a:r>
            <a:r>
              <a:rPr lang="en-US" sz="1400" dirty="0">
                <a:hlinkClick r:id="rId3"/>
              </a:rPr>
              <a:t>mkarimov@student.unimelb.edu.au</a:t>
            </a:r>
            <a:endParaRPr lang="en-US" sz="1400" dirty="0"/>
          </a:p>
          <a:p>
            <a:pPr marL="0" indent="0">
              <a:buNone/>
            </a:pPr>
            <a:r>
              <a:rPr lang="en-US" sz="1400" dirty="0"/>
              <a:t>City: Melbourne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AD5932A3-73C4-40ED-99C4-5F2C829B9E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4747" y="457745"/>
            <a:ext cx="672067" cy="672067"/>
          </a:xfrm>
          <a:prstGeom prst="rect">
            <a:avLst/>
          </a:prstGeom>
        </p:spPr>
      </p:pic>
      <p:sp>
        <p:nvSpPr>
          <p:cNvPr id="28" name="Content Placeholder 21">
            <a:extLst>
              <a:ext uri="{FF2B5EF4-FFF2-40B4-BE49-F238E27FC236}">
                <a16:creationId xmlns:a16="http://schemas.microsoft.com/office/drawing/2014/main" id="{E8EB1A4B-F04A-419C-A0E9-AEC39C68CE18}"/>
              </a:ext>
            </a:extLst>
          </p:cNvPr>
          <p:cNvSpPr txBox="1">
            <a:spLocks/>
          </p:cNvSpPr>
          <p:nvPr/>
        </p:nvSpPr>
        <p:spPr bwMode="white">
          <a:xfrm>
            <a:off x="2073443" y="3429000"/>
            <a:ext cx="3677651" cy="1163053"/>
          </a:xfrm>
          <a:prstGeom prst="roundRect">
            <a:avLst>
              <a:gd name="adj" fmla="val 2798"/>
            </a:avLst>
          </a:prstGeom>
          <a:ln w="28575">
            <a:solidFill>
              <a:schemeClr val="accent3">
                <a:lumMod val="50000"/>
              </a:schemeClr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 fontScale="85000" lnSpcReduction="20000"/>
          </a:bodyPr>
          <a:lstStyle>
            <a:lvl1pPr marL="285750" indent="-2857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Carlos Davalos </a:t>
            </a:r>
            <a:r>
              <a:rPr lang="en-US" dirty="0" err="1"/>
              <a:t>Castrillon</a:t>
            </a: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sz="1400" dirty="0"/>
              <a:t>Student Id: 1020724</a:t>
            </a:r>
          </a:p>
          <a:p>
            <a:pPr marL="0" indent="0">
              <a:buFont typeface="Arial"/>
              <a:buNone/>
            </a:pPr>
            <a:r>
              <a:rPr lang="en-US" sz="1400" dirty="0"/>
              <a:t>Email: </a:t>
            </a:r>
            <a:r>
              <a:rPr lang="en-US" sz="1400" dirty="0">
                <a:hlinkClick r:id="rId5"/>
              </a:rPr>
              <a:t>cdavaloscast@student.unimelb.edu.au</a:t>
            </a:r>
            <a:endParaRPr lang="en-US" sz="1400" dirty="0"/>
          </a:p>
          <a:p>
            <a:pPr marL="0" indent="0">
              <a:buFont typeface="Arial"/>
              <a:buNone/>
            </a:pPr>
            <a:r>
              <a:rPr lang="en-US" sz="1400" dirty="0"/>
              <a:t>City: Melbourne</a:t>
            </a:r>
          </a:p>
        </p:txBody>
      </p:sp>
      <p:sp>
        <p:nvSpPr>
          <p:cNvPr id="30" name="Content Placeholder 21">
            <a:extLst>
              <a:ext uri="{FF2B5EF4-FFF2-40B4-BE49-F238E27FC236}">
                <a16:creationId xmlns:a16="http://schemas.microsoft.com/office/drawing/2014/main" id="{3DE00C7C-292E-4CC2-8F27-A098C13F2819}"/>
              </a:ext>
            </a:extLst>
          </p:cNvPr>
          <p:cNvSpPr txBox="1">
            <a:spLocks/>
          </p:cNvSpPr>
          <p:nvPr/>
        </p:nvSpPr>
        <p:spPr bwMode="white">
          <a:xfrm>
            <a:off x="7567864" y="1732546"/>
            <a:ext cx="3677651" cy="1163053"/>
          </a:xfrm>
          <a:prstGeom prst="roundRect">
            <a:avLst>
              <a:gd name="adj" fmla="val 2798"/>
            </a:avLst>
          </a:prstGeom>
          <a:ln w="28575">
            <a:solidFill>
              <a:schemeClr val="accent3">
                <a:lumMod val="50000"/>
              </a:schemeClr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 fontScale="85000" lnSpcReduction="20000"/>
          </a:bodyPr>
          <a:lstStyle>
            <a:lvl1pPr marL="285750" indent="-2857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dirty="0"/>
              <a:t>Sayan Chatterjee</a:t>
            </a:r>
          </a:p>
          <a:p>
            <a:pPr marL="0" indent="0">
              <a:buFont typeface="Arial"/>
              <a:buNone/>
            </a:pPr>
            <a:r>
              <a:rPr lang="en-US" sz="1400" dirty="0"/>
              <a:t>Student Id: 569301</a:t>
            </a:r>
          </a:p>
          <a:p>
            <a:pPr marL="0" indent="0">
              <a:buFont typeface="Arial"/>
              <a:buNone/>
            </a:pPr>
            <a:r>
              <a:rPr lang="en-US" sz="1400" dirty="0"/>
              <a:t>Email: </a:t>
            </a:r>
            <a:r>
              <a:rPr lang="en-US" sz="1400" dirty="0">
                <a:hlinkClick r:id="rId6"/>
              </a:rPr>
              <a:t>sayanc@student.unimelb.edu.au</a:t>
            </a:r>
            <a:endParaRPr lang="en-US" sz="1400" dirty="0"/>
          </a:p>
          <a:p>
            <a:pPr marL="0" indent="0">
              <a:buFont typeface="Arial"/>
              <a:buNone/>
            </a:pPr>
            <a:r>
              <a:rPr lang="en-US" sz="1400" dirty="0"/>
              <a:t>City: Melbourne</a:t>
            </a:r>
          </a:p>
        </p:txBody>
      </p:sp>
      <p:sp>
        <p:nvSpPr>
          <p:cNvPr id="32" name="Content Placeholder 21">
            <a:extLst>
              <a:ext uri="{FF2B5EF4-FFF2-40B4-BE49-F238E27FC236}">
                <a16:creationId xmlns:a16="http://schemas.microsoft.com/office/drawing/2014/main" id="{EA04C589-402E-4553-968F-1F0186EA1C67}"/>
              </a:ext>
            </a:extLst>
          </p:cNvPr>
          <p:cNvSpPr txBox="1">
            <a:spLocks/>
          </p:cNvSpPr>
          <p:nvPr/>
        </p:nvSpPr>
        <p:spPr bwMode="white">
          <a:xfrm>
            <a:off x="7567864" y="3405631"/>
            <a:ext cx="3677651" cy="1163053"/>
          </a:xfrm>
          <a:prstGeom prst="roundRect">
            <a:avLst>
              <a:gd name="adj" fmla="val 2798"/>
            </a:avLst>
          </a:prstGeom>
          <a:ln w="28575">
            <a:solidFill>
              <a:schemeClr val="accent3">
                <a:lumMod val="50000"/>
              </a:schemeClr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 fontScale="85000" lnSpcReduction="20000"/>
          </a:bodyPr>
          <a:lstStyle>
            <a:lvl1pPr marL="285750" indent="-2857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 err="1"/>
              <a:t>Rezatama</a:t>
            </a:r>
            <a:r>
              <a:rPr lang="en-US" dirty="0"/>
              <a:t> </a:t>
            </a:r>
            <a:r>
              <a:rPr lang="en-US" dirty="0" err="1"/>
              <a:t>Fathullah</a:t>
            </a:r>
            <a:endParaRPr lang="en-US" dirty="0"/>
          </a:p>
          <a:p>
            <a:pPr marL="0" indent="0">
              <a:buNone/>
            </a:pPr>
            <a:r>
              <a:rPr lang="en-US" sz="1400" dirty="0"/>
              <a:t>Student Id: 1052987</a:t>
            </a:r>
          </a:p>
          <a:p>
            <a:pPr marL="0" indent="0">
              <a:buNone/>
            </a:pPr>
            <a:r>
              <a:rPr lang="en-US" sz="1400" dirty="0"/>
              <a:t>Email: </a:t>
            </a:r>
            <a:r>
              <a:rPr lang="en-US" sz="1400" dirty="0">
                <a:hlinkClick r:id="rId7"/>
              </a:rPr>
              <a:t>rfathullah@student.unimelb.edu.au</a:t>
            </a:r>
            <a:endParaRPr lang="en-US" sz="1400" dirty="0"/>
          </a:p>
          <a:p>
            <a:pPr marL="0" indent="0">
              <a:buFont typeface="Arial"/>
              <a:buNone/>
            </a:pPr>
            <a:r>
              <a:rPr lang="en-US" sz="1400" dirty="0"/>
              <a:t>City: Melbourne</a:t>
            </a:r>
          </a:p>
        </p:txBody>
      </p:sp>
      <p:sp>
        <p:nvSpPr>
          <p:cNvPr id="34" name="Content Placeholder 21">
            <a:extLst>
              <a:ext uri="{FF2B5EF4-FFF2-40B4-BE49-F238E27FC236}">
                <a16:creationId xmlns:a16="http://schemas.microsoft.com/office/drawing/2014/main" id="{14B8960B-8273-4D64-AEE6-0EC5ECC6A7F2}"/>
              </a:ext>
            </a:extLst>
          </p:cNvPr>
          <p:cNvSpPr txBox="1">
            <a:spLocks/>
          </p:cNvSpPr>
          <p:nvPr/>
        </p:nvSpPr>
        <p:spPr bwMode="white">
          <a:xfrm>
            <a:off x="4993106" y="4932948"/>
            <a:ext cx="3677651" cy="1163053"/>
          </a:xfrm>
          <a:prstGeom prst="roundRect">
            <a:avLst>
              <a:gd name="adj" fmla="val 2798"/>
            </a:avLst>
          </a:prstGeom>
          <a:ln w="28575">
            <a:solidFill>
              <a:schemeClr val="accent3">
                <a:lumMod val="50000"/>
              </a:schemeClr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 fontScale="85000" lnSpcReduction="20000"/>
          </a:bodyPr>
          <a:lstStyle>
            <a:lvl1pPr marL="285750" indent="-2857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0"/>
              </a:spcBef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 err="1"/>
              <a:t>Aali</a:t>
            </a:r>
            <a:r>
              <a:rPr lang="en-US" dirty="0"/>
              <a:t> </a:t>
            </a:r>
            <a:r>
              <a:rPr lang="en-US" dirty="0" err="1"/>
              <a:t>Alqarni</a:t>
            </a: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sz="1400" dirty="0"/>
              <a:t>Student Id: 1002741</a:t>
            </a:r>
          </a:p>
          <a:p>
            <a:pPr marL="0" indent="0">
              <a:buNone/>
            </a:pPr>
            <a:r>
              <a:rPr lang="en-US" sz="1400" dirty="0"/>
              <a:t>Email: </a:t>
            </a:r>
            <a:r>
              <a:rPr lang="en-US" sz="1400" dirty="0">
                <a:hlinkClick r:id="rId8"/>
              </a:rPr>
              <a:t>alqarnia@student.unimelb.edu.au</a:t>
            </a:r>
            <a:endParaRPr lang="en-US" sz="1400" dirty="0"/>
          </a:p>
          <a:p>
            <a:pPr marL="0" indent="0">
              <a:buFont typeface="Arial"/>
              <a:buNone/>
            </a:pPr>
            <a:r>
              <a:rPr lang="en-US" sz="1400" dirty="0"/>
              <a:t>City: Melbourne</a:t>
            </a: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7EECDA86-C1FE-49AA-8E0E-BA165FC20BB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8095" y="3437019"/>
            <a:ext cx="1163053" cy="1163053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AA6507AF-6084-41A6-99F5-A8279814143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92517" y="1732546"/>
            <a:ext cx="1163053" cy="1163053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98C83D06-946B-4810-A2DF-C245DE78FE95}"/>
              </a:ext>
            </a:extLst>
          </p:cNvPr>
          <p:cNvPicPr>
            <a:picLocks noChangeAspect="1"/>
          </p:cNvPicPr>
          <p:nvPr/>
        </p:nvPicPr>
        <p:blipFill rotWithShape="1">
          <a:blip r:embed="rId11"/>
          <a:srcRect l="19076" r="17772"/>
          <a:stretch/>
        </p:blipFill>
        <p:spPr>
          <a:xfrm>
            <a:off x="6176210" y="3416611"/>
            <a:ext cx="1323842" cy="1163053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DC43C87E-86EF-4C8C-B061-6DC91C8656D7}"/>
              </a:ext>
            </a:extLst>
          </p:cNvPr>
          <p:cNvPicPr>
            <a:picLocks noChangeAspect="1"/>
          </p:cNvPicPr>
          <p:nvPr/>
        </p:nvPicPr>
        <p:blipFill rotWithShape="1">
          <a:blip r:embed="rId11"/>
          <a:srcRect l="19076" r="17772"/>
          <a:stretch/>
        </p:blipFill>
        <p:spPr>
          <a:xfrm>
            <a:off x="3609473" y="4932948"/>
            <a:ext cx="1323842" cy="1163053"/>
          </a:xfrm>
          <a:prstGeom prst="rect">
            <a:avLst/>
          </a:prstGeom>
        </p:spPr>
      </p:pic>
      <p:sp>
        <p:nvSpPr>
          <p:cNvPr id="41" name="Star: 12 Points 40">
            <a:extLst>
              <a:ext uri="{FF2B5EF4-FFF2-40B4-BE49-F238E27FC236}">
                <a16:creationId xmlns:a16="http://schemas.microsoft.com/office/drawing/2014/main" id="{C4910F05-37EC-4A3E-BBCA-842974600754}"/>
              </a:ext>
            </a:extLst>
          </p:cNvPr>
          <p:cNvSpPr/>
          <p:nvPr/>
        </p:nvSpPr>
        <p:spPr>
          <a:xfrm>
            <a:off x="4792252" y="996745"/>
            <a:ext cx="1425668" cy="1218136"/>
          </a:xfrm>
          <a:prstGeom prst="star12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Ansible</a:t>
            </a:r>
          </a:p>
        </p:txBody>
      </p:sp>
      <p:sp>
        <p:nvSpPr>
          <p:cNvPr id="44" name="Star: 12 Points 43">
            <a:extLst>
              <a:ext uri="{FF2B5EF4-FFF2-40B4-BE49-F238E27FC236}">
                <a16:creationId xmlns:a16="http://schemas.microsoft.com/office/drawing/2014/main" id="{C1A59F45-9B86-436A-A30B-E8151BC535C6}"/>
              </a:ext>
            </a:extLst>
          </p:cNvPr>
          <p:cNvSpPr/>
          <p:nvPr/>
        </p:nvSpPr>
        <p:spPr>
          <a:xfrm>
            <a:off x="10359163" y="1019866"/>
            <a:ext cx="1383958" cy="1237119"/>
          </a:xfrm>
          <a:prstGeom prst="star12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Design</a:t>
            </a:r>
          </a:p>
        </p:txBody>
      </p:sp>
      <p:sp>
        <p:nvSpPr>
          <p:cNvPr id="45" name="Star: 12 Points 44">
            <a:extLst>
              <a:ext uri="{FF2B5EF4-FFF2-40B4-BE49-F238E27FC236}">
                <a16:creationId xmlns:a16="http://schemas.microsoft.com/office/drawing/2014/main" id="{D488737C-B5E0-4FD0-9C14-42BE90CFFA10}"/>
              </a:ext>
            </a:extLst>
          </p:cNvPr>
          <p:cNvSpPr/>
          <p:nvPr/>
        </p:nvSpPr>
        <p:spPr>
          <a:xfrm>
            <a:off x="10359163" y="2842650"/>
            <a:ext cx="1383958" cy="1237119"/>
          </a:xfrm>
          <a:prstGeom prst="star12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Web Site</a:t>
            </a:r>
          </a:p>
        </p:txBody>
      </p:sp>
      <p:sp>
        <p:nvSpPr>
          <p:cNvPr id="46" name="Star: 12 Points 45">
            <a:extLst>
              <a:ext uri="{FF2B5EF4-FFF2-40B4-BE49-F238E27FC236}">
                <a16:creationId xmlns:a16="http://schemas.microsoft.com/office/drawing/2014/main" id="{AFB9D004-D3A8-49E9-80FB-C42A4647C90E}"/>
              </a:ext>
            </a:extLst>
          </p:cNvPr>
          <p:cNvSpPr/>
          <p:nvPr/>
        </p:nvSpPr>
        <p:spPr>
          <a:xfrm>
            <a:off x="4734098" y="2858960"/>
            <a:ext cx="1392381" cy="1255840"/>
          </a:xfrm>
          <a:prstGeom prst="star12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Couch DB</a:t>
            </a:r>
          </a:p>
        </p:txBody>
      </p:sp>
      <p:sp>
        <p:nvSpPr>
          <p:cNvPr id="47" name="Star: 12 Points 46">
            <a:extLst>
              <a:ext uri="{FF2B5EF4-FFF2-40B4-BE49-F238E27FC236}">
                <a16:creationId xmlns:a16="http://schemas.microsoft.com/office/drawing/2014/main" id="{EDDA0DC4-28B4-46DE-A02D-7C802DCC4398}"/>
              </a:ext>
            </a:extLst>
          </p:cNvPr>
          <p:cNvSpPr/>
          <p:nvPr/>
        </p:nvSpPr>
        <p:spPr>
          <a:xfrm>
            <a:off x="7709073" y="4568684"/>
            <a:ext cx="1567008" cy="1242836"/>
          </a:xfrm>
          <a:prstGeom prst="star12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>
                <a:solidFill>
                  <a:schemeClr val="tx1"/>
                </a:solidFill>
              </a:rPr>
              <a:t>Sentiment Analysis</a:t>
            </a:r>
          </a:p>
        </p:txBody>
      </p:sp>
      <p:sp>
        <p:nvSpPr>
          <p:cNvPr id="21" name="Title 1">
            <a:extLst>
              <a:ext uri="{FF2B5EF4-FFF2-40B4-BE49-F238E27FC236}">
                <a16:creationId xmlns:a16="http://schemas.microsoft.com/office/drawing/2014/main" id="{36CA91C9-C59B-40DE-95CE-7CB44F1A3E89}"/>
              </a:ext>
            </a:extLst>
          </p:cNvPr>
          <p:cNvSpPr txBox="1">
            <a:spLocks/>
          </p:cNvSpPr>
          <p:nvPr/>
        </p:nvSpPr>
        <p:spPr bwMode="white">
          <a:xfrm>
            <a:off x="228601" y="115825"/>
            <a:ext cx="10840914" cy="1260000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000" kern="1200" cap="all">
                <a:ln w="3175" cmpd="sng">
                  <a:noFill/>
                </a:ln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dirty="0"/>
              <a:t>The TEAM</a:t>
            </a:r>
          </a:p>
        </p:txBody>
      </p:sp>
    </p:spTree>
    <p:extLst>
      <p:ext uri="{BB962C8B-B14F-4D97-AF65-F5344CB8AC3E}">
        <p14:creationId xmlns:p14="http://schemas.microsoft.com/office/powerpoint/2010/main" val="20790913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C826E-72DB-45B4-B092-DA86DA68C4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1" y="115825"/>
            <a:ext cx="10840914" cy="1260000"/>
          </a:xfrm>
        </p:spPr>
        <p:txBody>
          <a:bodyPr/>
          <a:lstStyle/>
          <a:p>
            <a:r>
              <a:rPr lang="en-US" dirty="0"/>
              <a:t>Architecture</a:t>
            </a:r>
          </a:p>
        </p:txBody>
      </p:sp>
      <p:pic>
        <p:nvPicPr>
          <p:cNvPr id="2050" name="Picture 2" descr="Architect, architecture, blueprints, design, renovation icon">
            <a:extLst>
              <a:ext uri="{FF2B5EF4-FFF2-40B4-BE49-F238E27FC236}">
                <a16:creationId xmlns:a16="http://schemas.microsoft.com/office/drawing/2014/main" id="{D27A0BF7-6453-401D-8D90-8FC712CFAA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64253" y="325295"/>
            <a:ext cx="841060" cy="8410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8778794-623C-4A5C-BF9E-15EE81FAA7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" y="1146810"/>
            <a:ext cx="11582400" cy="4564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70410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C826E-72DB-45B4-B092-DA86DA68C4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083" y="201228"/>
            <a:ext cx="10840914" cy="1260000"/>
          </a:xfrm>
        </p:spPr>
        <p:txBody>
          <a:bodyPr/>
          <a:lstStyle/>
          <a:p>
            <a:r>
              <a:rPr lang="en-US" dirty="0"/>
              <a:t>Key scenarios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935431-5E3F-4C1A-BED1-C5BC3D661E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Scenario 1: Study of social, economic and health situations</a:t>
            </a:r>
          </a:p>
        </p:txBody>
      </p:sp>
    </p:spTree>
    <p:extLst>
      <p:ext uri="{BB962C8B-B14F-4D97-AF65-F5344CB8AC3E}">
        <p14:creationId xmlns:p14="http://schemas.microsoft.com/office/powerpoint/2010/main" val="39722314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C826E-72DB-45B4-B092-DA86DA68C4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083" y="201228"/>
            <a:ext cx="10840914" cy="1260000"/>
          </a:xfrm>
        </p:spPr>
        <p:txBody>
          <a:bodyPr/>
          <a:lstStyle/>
          <a:p>
            <a:r>
              <a:rPr lang="en-US" dirty="0"/>
              <a:t>Key scenarios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935431-5E3F-4C1A-BED1-C5BC3D661E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Scenario 2: Study of sentiments of Australian residents on Australian politics</a:t>
            </a:r>
          </a:p>
        </p:txBody>
      </p:sp>
    </p:spTree>
    <p:extLst>
      <p:ext uri="{BB962C8B-B14F-4D97-AF65-F5344CB8AC3E}">
        <p14:creationId xmlns:p14="http://schemas.microsoft.com/office/powerpoint/2010/main" val="29718388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C826E-72DB-45B4-B092-DA86DA68C4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083" y="201228"/>
            <a:ext cx="10840914" cy="1260000"/>
          </a:xfrm>
        </p:spPr>
        <p:txBody>
          <a:bodyPr/>
          <a:lstStyle/>
          <a:p>
            <a:r>
              <a:rPr lang="en-US" dirty="0"/>
              <a:t>Key scenarios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935431-5E3F-4C1A-BED1-C5BC3D661E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Scenario 3: Comparison of political sentiments against social, economic and health situations</a:t>
            </a:r>
          </a:p>
        </p:txBody>
      </p:sp>
    </p:spTree>
    <p:extLst>
      <p:ext uri="{BB962C8B-B14F-4D97-AF65-F5344CB8AC3E}">
        <p14:creationId xmlns:p14="http://schemas.microsoft.com/office/powerpoint/2010/main" val="24755159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C826E-72DB-45B4-B092-DA86DA68C4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083" y="201228"/>
            <a:ext cx="10840914" cy="1260000"/>
          </a:xfrm>
        </p:spPr>
        <p:txBody>
          <a:bodyPr/>
          <a:lstStyle/>
          <a:p>
            <a:r>
              <a:rPr lang="en-US" dirty="0"/>
              <a:t>Demo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935431-5E3F-4C1A-BED1-C5BC3D661E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video</a:t>
            </a:r>
          </a:p>
        </p:txBody>
      </p:sp>
    </p:spTree>
    <p:extLst>
      <p:ext uri="{BB962C8B-B14F-4D97-AF65-F5344CB8AC3E}">
        <p14:creationId xmlns:p14="http://schemas.microsoft.com/office/powerpoint/2010/main" val="34354079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hlinkClick r:id="rId2"/>
            <a:extLst>
              <a:ext uri="{FF2B5EF4-FFF2-40B4-BE49-F238E27FC236}">
                <a16:creationId xmlns:a16="http://schemas.microsoft.com/office/drawing/2014/main" id="{5FC6C278-4035-446A-A94B-030E792FDDF5}"/>
              </a:ext>
            </a:extLst>
          </p:cNvPr>
          <p:cNvSpPr txBox="1"/>
          <p:nvPr/>
        </p:nvSpPr>
        <p:spPr>
          <a:xfrm>
            <a:off x="1547813" y="2662704"/>
            <a:ext cx="9096374" cy="193899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6000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239459820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elestial">
  <a:themeElements>
    <a:clrScheme name="Aspect">
      <a:dk1>
        <a:sysClr val="windowText" lastClr="000000"/>
      </a:dk1>
      <a:lt1>
        <a:sysClr val="window" lastClr="FFFFFF"/>
      </a:lt1>
      <a:dk2>
        <a:srgbClr val="323232"/>
      </a:dk2>
      <a:lt2>
        <a:srgbClr val="E3DED1"/>
      </a:lt2>
      <a:accent1>
        <a:srgbClr val="F07F09"/>
      </a:accent1>
      <a:accent2>
        <a:srgbClr val="9F2936"/>
      </a:accent2>
      <a:accent3>
        <a:srgbClr val="1B587C"/>
      </a:accent3>
      <a:accent4>
        <a:srgbClr val="4E8542"/>
      </a:accent4>
      <a:accent5>
        <a:srgbClr val="604878"/>
      </a:accent5>
      <a:accent6>
        <a:srgbClr val="C19859"/>
      </a:accent6>
      <a:hlink>
        <a:srgbClr val="6B9F25"/>
      </a:hlink>
      <a:folHlink>
        <a:srgbClr val="B26B02"/>
      </a:folHlink>
    </a:clrScheme>
    <a:fontScheme name="Default">
      <a:majorFont>
        <a:latin typeface="Corbel"/>
        <a:ea typeface=""/>
        <a:cs typeface=""/>
      </a:majorFont>
      <a:minorFont>
        <a:latin typeface="Corbel"/>
        <a:ea typeface=""/>
        <a:cs typeface=""/>
      </a:minorFont>
    </a:fontScheme>
    <a:fmtScheme name="Celestial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lumMod val="110000"/>
              </a:schemeClr>
            </a:gs>
            <a:gs pos="100000">
              <a:schemeClr val="phClr">
                <a:tint val="82000"/>
                <a:alpha val="7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0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1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5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shade val="96000"/>
                <a:hueMod val="100000"/>
                <a:satMod val="180000"/>
                <a:lumMod val="110000"/>
              </a:schemeClr>
            </a:gs>
            <a:gs pos="100000">
              <a:schemeClr val="phClr">
                <a:shade val="96000"/>
                <a:satMod val="160000"/>
                <a:lumMod val="100000"/>
              </a:schemeClr>
            </a:gs>
          </a:gsLst>
          <a:lin ang="4740000" scaled="1"/>
        </a:gradFill>
        <a:blipFill>
          <a:blip xmlns:r="http://schemas.openxmlformats.org/officeDocument/2006/relationships" r:embed="rId1"/>
          <a:stretch/>
        </a:blip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3">
            <a:shade val="50000"/>
          </a:schemeClr>
        </a:lnRef>
        <a:fillRef idx="1">
          <a:schemeClr val="accent3"/>
        </a:fillRef>
        <a:effectRef idx="0">
          <a:schemeClr val="accent3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TF22736411_Famous event in history presentation_AAS_v4" id="{885A6F1E-651B-4F15-A7C5-F8866BEBEDBA}" vid="{A424914B-CB64-4CFE-A131-6ACB64D36AA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96291512c1ee715ab617f4c07df79fc1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8256c27c40ca5c40ce1cf6c44f0205df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96277B9-27DA-47CA-9593-62E4BB44ABE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EC94942-C689-461B-8649-1FD863C6BA2B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3.xml><?xml version="1.0" encoding="utf-8"?>
<ds:datastoreItem xmlns:ds="http://schemas.openxmlformats.org/officeDocument/2006/customXml" ds:itemID="{38C25A74-1E0C-4362-AFA3-6197BD285F3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tf22736411</Template>
  <TotalTime>0</TotalTime>
  <Words>175</Words>
  <Application>Microsoft Office PowerPoint</Application>
  <PresentationFormat>Widescreen</PresentationFormat>
  <Paragraphs>38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Corbel</vt:lpstr>
      <vt:lpstr>Celestial</vt:lpstr>
      <vt:lpstr>COMP90024 Cluster and Cloud Computing  Assignment 2 – Team 19</vt:lpstr>
      <vt:lpstr>PowerPoint Presentation</vt:lpstr>
      <vt:lpstr>Architecture</vt:lpstr>
      <vt:lpstr>Key scenarios</vt:lpstr>
      <vt:lpstr>Key scenarios</vt:lpstr>
      <vt:lpstr>Key scenarios</vt:lpstr>
      <vt:lpstr>Demo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2020-05-21T11:45:55Z</dcterms:created>
  <dcterms:modified xsi:type="dcterms:W3CDTF">2020-05-23T08:06:12Z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