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68" r:id="rId5"/>
    <p:sldId id="277" r:id="rId6"/>
    <p:sldId id="271" r:id="rId7"/>
    <p:sldId id="278" r:id="rId8"/>
    <p:sldId id="281" r:id="rId9"/>
    <p:sldId id="2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24336F-D2A7-4F8C-B0B7-056810EB20DB}">
          <p14:sldIdLst>
            <p14:sldId id="268"/>
            <p14:sldId id="277"/>
            <p14:sldId id="271"/>
            <p14:sldId id="278"/>
            <p14:sldId id="281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52" autoAdjust="0"/>
  </p:normalViewPr>
  <p:slideViewPr>
    <p:cSldViewPr snapToGrid="0">
      <p:cViewPr varScale="1">
        <p:scale>
          <a:sx n="86" d="100"/>
          <a:sy n="86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/>
              <a:t>5/26/2020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41C0-BF72-4A20-AFA7-D05563D549B7}" type="datetimeFigureOut">
              <a:rPr lang="en-US" smtClean="0"/>
              <a:t>5/26/2020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AF9CF-D1E5-49FD-94F7-B246BB67E2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anchor="t" anchorCtr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anchor="ctr">
            <a:normAutofit/>
          </a:bodyPr>
          <a:lstStyle>
            <a:lvl1pPr algn="l">
              <a:defRPr sz="3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7D2A-0DF8-424B-9572-B79AEBB2D9DC}" type="datetimeFigureOut">
              <a:rPr lang="en-US" noProof="0" smtClean="0"/>
              <a:t>5/26/2020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@alqarnia@student.unimelb.edu.au" TargetMode="External"/><Relationship Id="rId3" Type="http://schemas.openxmlformats.org/officeDocument/2006/relationships/hyperlink" Target="mailto:mkarimov@student.unimelb.edu.au" TargetMode="External"/><Relationship Id="rId7" Type="http://schemas.openxmlformats.org/officeDocument/2006/relationships/hyperlink" Target="mailto:@rfathullah@student.unimelb.edu.au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hyperlink" Target="mailto:sayanc@student.unimelb.edu.au" TargetMode="External"/><Relationship Id="rId11" Type="http://schemas.openxmlformats.org/officeDocument/2006/relationships/image" Target="../media/image9.png"/><Relationship Id="rId5" Type="http://schemas.openxmlformats.org/officeDocument/2006/relationships/hyperlink" Target="mailto:cdavaloscast@student.unimelb.edu.au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7348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432" y="2173709"/>
            <a:ext cx="9852694" cy="2057652"/>
          </a:xfrm>
        </p:spPr>
        <p:txBody>
          <a:bodyPr>
            <a:normAutofit/>
          </a:bodyPr>
          <a:lstStyle/>
          <a:p>
            <a:r>
              <a:rPr lang="en-US" sz="3600" dirty="0"/>
              <a:t>COMP90024 Cluster and Cloud Computing </a:t>
            </a:r>
            <a:br>
              <a:rPr lang="en-US" sz="3600" dirty="0"/>
            </a:br>
            <a:r>
              <a:rPr lang="en-US" sz="3600" dirty="0"/>
              <a:t>Assignment 2 – Team 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0" y="4231361"/>
            <a:ext cx="8683625" cy="557211"/>
          </a:xfrm>
        </p:spPr>
        <p:txBody>
          <a:bodyPr>
            <a:noAutofit/>
          </a:bodyPr>
          <a:lstStyle/>
          <a:p>
            <a:r>
              <a:rPr lang="en-US" sz="2400" dirty="0"/>
              <a:t>Semester 1, 2020</a:t>
            </a:r>
          </a:p>
          <a:p>
            <a:endParaRPr lang="en-US" sz="2400" dirty="0"/>
          </a:p>
        </p:txBody>
      </p:sp>
      <p:pic>
        <p:nvPicPr>
          <p:cNvPr id="7" name="Picture 6" descr="Logos">
            <a:extLst>
              <a:ext uri="{FF2B5EF4-FFF2-40B4-BE49-F238E27FC236}">
                <a16:creationId xmlns:a16="http://schemas.microsoft.com/office/drawing/2014/main" id="{3B97F0F3-68CF-467F-86FC-B65D9E86036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076" y="968115"/>
            <a:ext cx="1800860" cy="1800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4B901B99-4083-414D-AAFF-75029E51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96" y="1732546"/>
            <a:ext cx="1163053" cy="1163053"/>
          </a:xfrm>
          <a:prstGeom prst="rect">
            <a:avLst/>
          </a:prstGeom>
        </p:spPr>
      </p:pic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51DE8AD2-41EC-46AB-BC20-FC381E29F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073443" y="1732546"/>
            <a:ext cx="3677651" cy="11630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050" dirty="0" err="1"/>
              <a:t>Mukhammad</a:t>
            </a:r>
            <a:r>
              <a:rPr lang="en-US" sz="1050" dirty="0"/>
              <a:t> </a:t>
            </a:r>
            <a:r>
              <a:rPr lang="en-US" sz="1050" dirty="0" err="1"/>
              <a:t>Karimov</a:t>
            </a:r>
            <a:endParaRPr lang="en-US" sz="1050" dirty="0"/>
          </a:p>
          <a:p>
            <a:pPr marL="0" indent="0">
              <a:buNone/>
            </a:pPr>
            <a:r>
              <a:rPr lang="en-US" sz="1050" dirty="0"/>
              <a:t>Student Id: 1019332</a:t>
            </a:r>
          </a:p>
          <a:p>
            <a:pPr marL="0" indent="0">
              <a:buNone/>
            </a:pPr>
            <a:r>
              <a:rPr lang="en-US" sz="1050" dirty="0"/>
              <a:t>Email: </a:t>
            </a:r>
            <a:r>
              <a:rPr lang="en-US" sz="1050" dirty="0">
                <a:hlinkClick r:id="rId3"/>
              </a:rPr>
              <a:t>mkarimov@student.unimelb.edu.au</a:t>
            </a:r>
            <a:endParaRPr lang="en-US" sz="1050" dirty="0"/>
          </a:p>
          <a:p>
            <a:pPr marL="0" indent="0">
              <a:buNone/>
            </a:pPr>
            <a:r>
              <a:rPr lang="en-US" sz="1050" dirty="0"/>
              <a:t>City: Melbourne</a:t>
            </a:r>
          </a:p>
          <a:p>
            <a:pPr marL="0" indent="0">
              <a:buNone/>
            </a:pPr>
            <a:r>
              <a:rPr lang="en-US" sz="1050" dirty="0"/>
              <a:t>Course Master of Computer Science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D5932A3-73C4-40ED-99C4-5F2C829B9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762" y="457745"/>
            <a:ext cx="672067" cy="672067"/>
          </a:xfrm>
          <a:prstGeom prst="rect">
            <a:avLst/>
          </a:prstGeom>
        </p:spPr>
      </p:pic>
      <p:sp>
        <p:nvSpPr>
          <p:cNvPr id="28" name="Content Placeholder 21">
            <a:extLst>
              <a:ext uri="{FF2B5EF4-FFF2-40B4-BE49-F238E27FC236}">
                <a16:creationId xmlns:a16="http://schemas.microsoft.com/office/drawing/2014/main" id="{E8EB1A4B-F04A-419C-A0E9-AEC39C68CE18}"/>
              </a:ext>
            </a:extLst>
          </p:cNvPr>
          <p:cNvSpPr txBox="1">
            <a:spLocks/>
          </p:cNvSpPr>
          <p:nvPr/>
        </p:nvSpPr>
        <p:spPr bwMode="white">
          <a:xfrm>
            <a:off x="2073443" y="3429000"/>
            <a:ext cx="3677651" cy="1163053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Carlos Davalos </a:t>
            </a:r>
            <a:r>
              <a:rPr lang="en-US" dirty="0" err="1"/>
              <a:t>Castrillon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1400" dirty="0"/>
              <a:t>Student Id: 1020724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Email: </a:t>
            </a:r>
            <a:r>
              <a:rPr lang="en-US" sz="1400" dirty="0">
                <a:hlinkClick r:id="rId5"/>
              </a:rPr>
              <a:t>cdavaloscast@student.unimelb.edu.au</a:t>
            </a:r>
            <a:endParaRPr lang="en-US" sz="1400" dirty="0"/>
          </a:p>
          <a:p>
            <a:pPr marL="0" indent="0">
              <a:buFont typeface="Arial"/>
              <a:buNone/>
            </a:pPr>
            <a:r>
              <a:rPr lang="en-US" sz="1400" dirty="0"/>
              <a:t>City: Melbourne</a:t>
            </a:r>
          </a:p>
        </p:txBody>
      </p:sp>
      <p:sp>
        <p:nvSpPr>
          <p:cNvPr id="30" name="Content Placeholder 21">
            <a:extLst>
              <a:ext uri="{FF2B5EF4-FFF2-40B4-BE49-F238E27FC236}">
                <a16:creationId xmlns:a16="http://schemas.microsoft.com/office/drawing/2014/main" id="{3DE00C7C-292E-4CC2-8F27-A098C13F2819}"/>
              </a:ext>
            </a:extLst>
          </p:cNvPr>
          <p:cNvSpPr txBox="1">
            <a:spLocks/>
          </p:cNvSpPr>
          <p:nvPr/>
        </p:nvSpPr>
        <p:spPr bwMode="white">
          <a:xfrm>
            <a:off x="7567864" y="1732546"/>
            <a:ext cx="3677651" cy="1163053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dirty="0"/>
              <a:t>Sayan Chatterjee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Student Id: 569301</a:t>
            </a:r>
          </a:p>
          <a:p>
            <a:pPr marL="0" indent="0">
              <a:buFont typeface="Arial"/>
              <a:buNone/>
            </a:pPr>
            <a:r>
              <a:rPr lang="en-US" sz="1400" dirty="0"/>
              <a:t>Email: </a:t>
            </a:r>
            <a:r>
              <a:rPr lang="en-US" sz="1400" dirty="0">
                <a:hlinkClick r:id="rId6"/>
              </a:rPr>
              <a:t>sayanc@student.unimelb.edu.au</a:t>
            </a:r>
            <a:endParaRPr lang="en-US" sz="1400" dirty="0"/>
          </a:p>
          <a:p>
            <a:pPr marL="0" indent="0">
              <a:buFont typeface="Arial"/>
              <a:buNone/>
            </a:pPr>
            <a:r>
              <a:rPr lang="en-US" sz="1400" dirty="0"/>
              <a:t>City: Melbourne</a:t>
            </a:r>
          </a:p>
        </p:txBody>
      </p:sp>
      <p:sp>
        <p:nvSpPr>
          <p:cNvPr id="32" name="Content Placeholder 21">
            <a:extLst>
              <a:ext uri="{FF2B5EF4-FFF2-40B4-BE49-F238E27FC236}">
                <a16:creationId xmlns:a16="http://schemas.microsoft.com/office/drawing/2014/main" id="{EA04C589-402E-4553-968F-1F0186EA1C67}"/>
              </a:ext>
            </a:extLst>
          </p:cNvPr>
          <p:cNvSpPr txBox="1">
            <a:spLocks/>
          </p:cNvSpPr>
          <p:nvPr/>
        </p:nvSpPr>
        <p:spPr bwMode="white">
          <a:xfrm>
            <a:off x="7567864" y="3405631"/>
            <a:ext cx="3677651" cy="1163053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Rezatama</a:t>
            </a:r>
            <a:r>
              <a:rPr lang="en-US" dirty="0"/>
              <a:t> </a:t>
            </a:r>
            <a:r>
              <a:rPr lang="en-US" dirty="0" err="1"/>
              <a:t>Fathullah</a:t>
            </a:r>
            <a:endParaRPr lang="en-US" dirty="0"/>
          </a:p>
          <a:p>
            <a:pPr marL="0" indent="0">
              <a:buNone/>
            </a:pPr>
            <a:r>
              <a:rPr lang="en-US" sz="1400" dirty="0"/>
              <a:t>Student Id: 1052987</a:t>
            </a:r>
          </a:p>
          <a:p>
            <a:pPr marL="0" indent="0">
              <a:buNone/>
            </a:pPr>
            <a:r>
              <a:rPr lang="en-US" sz="1400" dirty="0"/>
              <a:t>Email: </a:t>
            </a:r>
            <a:r>
              <a:rPr lang="en-US" sz="1400" dirty="0">
                <a:hlinkClick r:id="rId7"/>
              </a:rPr>
              <a:t>rfathullah@student.unimelb.edu.au</a:t>
            </a:r>
            <a:endParaRPr lang="en-US" sz="1400" dirty="0"/>
          </a:p>
          <a:p>
            <a:pPr marL="0" indent="0">
              <a:buFont typeface="Arial"/>
              <a:buNone/>
            </a:pPr>
            <a:r>
              <a:rPr lang="en-US" sz="1400" dirty="0"/>
              <a:t>City: Melbourne</a:t>
            </a:r>
          </a:p>
        </p:txBody>
      </p:sp>
      <p:sp>
        <p:nvSpPr>
          <p:cNvPr id="34" name="Content Placeholder 21">
            <a:extLst>
              <a:ext uri="{FF2B5EF4-FFF2-40B4-BE49-F238E27FC236}">
                <a16:creationId xmlns:a16="http://schemas.microsoft.com/office/drawing/2014/main" id="{14B8960B-8273-4D64-AEE6-0EC5ECC6A7F2}"/>
              </a:ext>
            </a:extLst>
          </p:cNvPr>
          <p:cNvSpPr txBox="1">
            <a:spLocks/>
          </p:cNvSpPr>
          <p:nvPr/>
        </p:nvSpPr>
        <p:spPr bwMode="white">
          <a:xfrm>
            <a:off x="4993106" y="4932948"/>
            <a:ext cx="3677651" cy="1163053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Aali</a:t>
            </a:r>
            <a:r>
              <a:rPr lang="en-US" dirty="0"/>
              <a:t> </a:t>
            </a:r>
            <a:r>
              <a:rPr lang="en-US" dirty="0" err="1"/>
              <a:t>Alqarni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1400" dirty="0"/>
              <a:t>Student Id: 1002741</a:t>
            </a:r>
          </a:p>
          <a:p>
            <a:pPr marL="0" indent="0">
              <a:buNone/>
            </a:pPr>
            <a:r>
              <a:rPr lang="en-US" sz="1400" dirty="0"/>
              <a:t>Email: </a:t>
            </a:r>
            <a:r>
              <a:rPr lang="en-US" sz="1400" dirty="0">
                <a:hlinkClick r:id="rId8"/>
              </a:rPr>
              <a:t>alqarnia@student.unimelb.edu.au</a:t>
            </a:r>
            <a:endParaRPr lang="en-US" sz="1400" dirty="0"/>
          </a:p>
          <a:p>
            <a:pPr marL="0" indent="0">
              <a:buFont typeface="Arial"/>
              <a:buNone/>
            </a:pPr>
            <a:r>
              <a:rPr lang="en-US" sz="1400" dirty="0"/>
              <a:t>City: Melbourne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EECDA86-C1FE-49AA-8E0E-BA165FC20B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095" y="3437019"/>
            <a:ext cx="1163053" cy="116305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A6507AF-6084-41A6-99F5-A827981414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2517" y="1732546"/>
            <a:ext cx="1163053" cy="116305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98C83D06-946B-4810-A2DF-C245DE78FE9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9076" r="17772"/>
          <a:stretch/>
        </p:blipFill>
        <p:spPr>
          <a:xfrm>
            <a:off x="6176210" y="3416611"/>
            <a:ext cx="1323842" cy="116305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C43C87E-86EF-4C8C-B061-6DC91C8656D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9076" r="17772"/>
          <a:stretch/>
        </p:blipFill>
        <p:spPr>
          <a:xfrm>
            <a:off x="3609473" y="4932948"/>
            <a:ext cx="1323842" cy="1163053"/>
          </a:xfrm>
          <a:prstGeom prst="rect">
            <a:avLst/>
          </a:prstGeom>
        </p:spPr>
      </p:pic>
      <p:sp>
        <p:nvSpPr>
          <p:cNvPr id="41" name="Star: 12 Points 40">
            <a:extLst>
              <a:ext uri="{FF2B5EF4-FFF2-40B4-BE49-F238E27FC236}">
                <a16:creationId xmlns:a16="http://schemas.microsoft.com/office/drawing/2014/main" id="{C4910F05-37EC-4A3E-BBCA-842974600754}"/>
              </a:ext>
            </a:extLst>
          </p:cNvPr>
          <p:cNvSpPr/>
          <p:nvPr/>
        </p:nvSpPr>
        <p:spPr>
          <a:xfrm>
            <a:off x="4662229" y="1001336"/>
            <a:ext cx="1425668" cy="1218136"/>
          </a:xfrm>
          <a:prstGeom prst="star12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Ansible</a:t>
            </a:r>
          </a:p>
        </p:txBody>
      </p:sp>
      <p:sp>
        <p:nvSpPr>
          <p:cNvPr id="44" name="Star: 12 Points 43">
            <a:extLst>
              <a:ext uri="{FF2B5EF4-FFF2-40B4-BE49-F238E27FC236}">
                <a16:creationId xmlns:a16="http://schemas.microsoft.com/office/drawing/2014/main" id="{C1A59F45-9B86-436A-A30B-E8151BC535C6}"/>
              </a:ext>
            </a:extLst>
          </p:cNvPr>
          <p:cNvSpPr/>
          <p:nvPr/>
        </p:nvSpPr>
        <p:spPr>
          <a:xfrm>
            <a:off x="10062370" y="1116616"/>
            <a:ext cx="1548568" cy="1361769"/>
          </a:xfrm>
          <a:prstGeom prst="star12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Design &amp; Documentation</a:t>
            </a:r>
          </a:p>
        </p:txBody>
      </p:sp>
      <p:sp>
        <p:nvSpPr>
          <p:cNvPr id="45" name="Star: 12 Points 44">
            <a:extLst>
              <a:ext uri="{FF2B5EF4-FFF2-40B4-BE49-F238E27FC236}">
                <a16:creationId xmlns:a16="http://schemas.microsoft.com/office/drawing/2014/main" id="{D488737C-B5E0-4FD0-9C14-42BE90CFFA10}"/>
              </a:ext>
            </a:extLst>
          </p:cNvPr>
          <p:cNvSpPr/>
          <p:nvPr/>
        </p:nvSpPr>
        <p:spPr>
          <a:xfrm>
            <a:off x="10151575" y="2988417"/>
            <a:ext cx="1383958" cy="1237119"/>
          </a:xfrm>
          <a:prstGeom prst="star12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Web Site</a:t>
            </a:r>
          </a:p>
        </p:txBody>
      </p:sp>
      <p:sp>
        <p:nvSpPr>
          <p:cNvPr id="46" name="Star: 12 Points 45">
            <a:extLst>
              <a:ext uri="{FF2B5EF4-FFF2-40B4-BE49-F238E27FC236}">
                <a16:creationId xmlns:a16="http://schemas.microsoft.com/office/drawing/2014/main" id="{AFB9D004-D3A8-49E9-80FB-C42A4647C90E}"/>
              </a:ext>
            </a:extLst>
          </p:cNvPr>
          <p:cNvSpPr/>
          <p:nvPr/>
        </p:nvSpPr>
        <p:spPr>
          <a:xfrm>
            <a:off x="4432102" y="2867056"/>
            <a:ext cx="1706810" cy="1255840"/>
          </a:xfrm>
          <a:prstGeom prst="star12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Couch DB &amp; MapReduce</a:t>
            </a:r>
          </a:p>
        </p:txBody>
      </p:sp>
      <p:sp>
        <p:nvSpPr>
          <p:cNvPr id="47" name="Star: 12 Points 46">
            <a:extLst>
              <a:ext uri="{FF2B5EF4-FFF2-40B4-BE49-F238E27FC236}">
                <a16:creationId xmlns:a16="http://schemas.microsoft.com/office/drawing/2014/main" id="{EDDA0DC4-28B4-46DE-A02D-7C802DCC4398}"/>
              </a:ext>
            </a:extLst>
          </p:cNvPr>
          <p:cNvSpPr/>
          <p:nvPr/>
        </p:nvSpPr>
        <p:spPr>
          <a:xfrm>
            <a:off x="7709073" y="4568684"/>
            <a:ext cx="1567008" cy="1242836"/>
          </a:xfrm>
          <a:prstGeom prst="star12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Sentiment Analysis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6CA91C9-C59B-40DE-95CE-7CB44F1A3E89}"/>
              </a:ext>
            </a:extLst>
          </p:cNvPr>
          <p:cNvSpPr txBox="1">
            <a:spLocks/>
          </p:cNvSpPr>
          <p:nvPr/>
        </p:nvSpPr>
        <p:spPr bwMode="white">
          <a:xfrm>
            <a:off x="228601" y="115825"/>
            <a:ext cx="10840914" cy="1260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TEAM 19</a:t>
            </a:r>
          </a:p>
        </p:txBody>
      </p:sp>
    </p:spTree>
    <p:extLst>
      <p:ext uri="{BB962C8B-B14F-4D97-AF65-F5344CB8AC3E}">
        <p14:creationId xmlns:p14="http://schemas.microsoft.com/office/powerpoint/2010/main" val="207909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826E-72DB-45B4-B092-DA86DA68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115825"/>
            <a:ext cx="10840914" cy="1260000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2050" name="Picture 2" descr="Architect, architecture, blueprints, design, renovation icon">
            <a:extLst>
              <a:ext uri="{FF2B5EF4-FFF2-40B4-BE49-F238E27FC236}">
                <a16:creationId xmlns:a16="http://schemas.microsoft.com/office/drawing/2014/main" id="{D27A0BF7-6453-401D-8D90-8FC712CFA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253" y="325295"/>
            <a:ext cx="841060" cy="84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E05236-CA19-4588-AC0D-1025C1814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521" y="1241687"/>
            <a:ext cx="8105644" cy="38097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2E35FE-1501-4451-857D-8F3643384EDE}"/>
              </a:ext>
            </a:extLst>
          </p:cNvPr>
          <p:cNvSpPr txBox="1"/>
          <p:nvPr/>
        </p:nvSpPr>
        <p:spPr>
          <a:xfrm>
            <a:off x="346229" y="1236190"/>
            <a:ext cx="31693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guiding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Speed of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Fault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Key highlights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Nodes Couch DB Cluster for high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Co-hosting Twitter harvester jobs on secondary node of Couch DB cluster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Groups</a:t>
            </a:r>
          </a:p>
        </p:txBody>
      </p:sp>
    </p:spTree>
    <p:extLst>
      <p:ext uri="{BB962C8B-B14F-4D97-AF65-F5344CB8AC3E}">
        <p14:creationId xmlns:p14="http://schemas.microsoft.com/office/powerpoint/2010/main" val="53704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826E-72DB-45B4-B092-DA86DA68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83" y="201228"/>
            <a:ext cx="10840914" cy="1260000"/>
          </a:xfrm>
        </p:spPr>
        <p:txBody>
          <a:bodyPr/>
          <a:lstStyle/>
          <a:p>
            <a:r>
              <a:rPr lang="en-US" dirty="0"/>
              <a:t>Key scenarios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35431-5E3F-4C1A-BED1-C5BC3D66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501" y="1215997"/>
            <a:ext cx="10840914" cy="4226013"/>
          </a:xfrm>
        </p:spPr>
        <p:txBody>
          <a:bodyPr/>
          <a:lstStyle/>
          <a:p>
            <a:r>
              <a:rPr lang="en-US" dirty="0"/>
              <a:t>•	Study of social, health and financial situations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dirty="0"/>
              <a:t>Median age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dirty="0"/>
              <a:t>Median income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dirty="0"/>
              <a:t>Mental health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dirty="0"/>
              <a:t>Overseas born rate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dirty="0"/>
              <a:t>Employment rate </a:t>
            </a:r>
          </a:p>
          <a:p>
            <a:r>
              <a:rPr lang="en-US" dirty="0"/>
              <a:t>•	Study of sentiments of Australian residents on Australian politics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dirty="0"/>
              <a:t>Politics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b="0" dirty="0" err="1"/>
              <a:t>COVIDSafe</a:t>
            </a:r>
            <a:endParaRPr lang="en-US" dirty="0"/>
          </a:p>
          <a:p>
            <a:r>
              <a:rPr lang="en-US" dirty="0"/>
              <a:t>•	Comparison of sentiments on Australian politics against social, economic and health situations </a:t>
            </a:r>
          </a:p>
        </p:txBody>
      </p:sp>
    </p:spTree>
    <p:extLst>
      <p:ext uri="{BB962C8B-B14F-4D97-AF65-F5344CB8AC3E}">
        <p14:creationId xmlns:p14="http://schemas.microsoft.com/office/powerpoint/2010/main" val="3972231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826E-72DB-45B4-B092-DA86DA68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083" y="201228"/>
            <a:ext cx="10840914" cy="126000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35431-5E3F-4C1A-BED1-C5BC3D661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the video</a:t>
            </a:r>
          </a:p>
        </p:txBody>
      </p:sp>
    </p:spTree>
    <p:extLst>
      <p:ext uri="{BB962C8B-B14F-4D97-AF65-F5344CB8AC3E}">
        <p14:creationId xmlns:p14="http://schemas.microsoft.com/office/powerpoint/2010/main" val="3435407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hlinkClick r:id="rId2"/>
            <a:extLst>
              <a:ext uri="{FF2B5EF4-FFF2-40B4-BE49-F238E27FC236}">
                <a16:creationId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1547813" y="2662704"/>
            <a:ext cx="9096374" cy="193899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736411_Famous event in history presentation_AAS_v4" id="{885A6F1E-651B-4F15-A7C5-F8866BEBEDBA}" vid="{A424914B-CB64-4CFE-A131-6ACB64D36A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C25A74-1E0C-4362-AFA3-6197BD285F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EC94942-C689-461B-8649-1FD863C6BA2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96277B9-27DA-47CA-9593-62E4BB44AB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tf22736411</Template>
  <TotalTime>0</TotalTime>
  <Words>226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Corbel</vt:lpstr>
      <vt:lpstr>Courier New</vt:lpstr>
      <vt:lpstr>Celestial</vt:lpstr>
      <vt:lpstr>COMP90024 Cluster and Cloud Computing  Assignment 2 – Team 19</vt:lpstr>
      <vt:lpstr>PowerPoint Presentation</vt:lpstr>
      <vt:lpstr>Architecture</vt:lpstr>
      <vt:lpstr>Key scenarios</vt:lpstr>
      <vt:lpstr>Demo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2020-05-21T11:45:55Z</dcterms:created>
  <dcterms:modified xsi:type="dcterms:W3CDTF">2020-05-26T11:16:47Z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